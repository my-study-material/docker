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8314" r:id="rId4"/>
  </p:sldMasterIdLst>
  <p:notesMasterIdLst>
    <p:notesMasterId r:id="rId23"/>
  </p:notesMasterIdLst>
  <p:sldIdLst>
    <p:sldId id="336" r:id="rId5"/>
    <p:sldId id="404" r:id="rId6"/>
    <p:sldId id="405" r:id="rId7"/>
    <p:sldId id="403" r:id="rId8"/>
    <p:sldId id="406" r:id="rId9"/>
    <p:sldId id="407" r:id="rId10"/>
    <p:sldId id="416" r:id="rId11"/>
    <p:sldId id="417" r:id="rId12"/>
    <p:sldId id="418" r:id="rId13"/>
    <p:sldId id="419" r:id="rId14"/>
    <p:sldId id="408" r:id="rId15"/>
    <p:sldId id="409" r:id="rId16"/>
    <p:sldId id="410" r:id="rId17"/>
    <p:sldId id="411" r:id="rId18"/>
    <p:sldId id="413" r:id="rId19"/>
    <p:sldId id="414" r:id="rId20"/>
    <p:sldId id="415" r:id="rId21"/>
    <p:sldId id="359" r:id="rId22"/>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ajesh Patil" initials="RP" lastIdx="1" clrIdx="0">
    <p:extLst>
      <p:ext uri="{19B8F6BF-5375-455C-9EA6-DF929625EA0E}">
        <p15:presenceInfo xmlns:p15="http://schemas.microsoft.com/office/powerpoint/2012/main" userId="S::rajeshpatil@orientindia.net::2484323d-d543-469f-8967-efa59c9c78b1" providerId="AD"/>
      </p:ext>
    </p:extLst>
  </p:cmAuthor>
  <p:cmAuthor id="2" name="Angad Wagh" initials="AW" lastIdx="1" clrIdx="1">
    <p:extLst>
      <p:ext uri="{19B8F6BF-5375-455C-9EA6-DF929625EA0E}">
        <p15:presenceInfo xmlns:p15="http://schemas.microsoft.com/office/powerpoint/2012/main" userId="S::angadwagh@orientindia.net::60813458-2ee0-4c15-9be4-84755786556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529" autoAdjust="0"/>
    <p:restoredTop sz="93878" autoAdjust="0"/>
  </p:normalViewPr>
  <p:slideViewPr>
    <p:cSldViewPr snapToGrid="0">
      <p:cViewPr varScale="1">
        <p:scale>
          <a:sx n="64" d="100"/>
          <a:sy n="64" d="100"/>
        </p:scale>
        <p:origin x="1038" y="7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0" hangingPunct="0">
              <a:defRPr sz="1200">
                <a:cs typeface="+mn-cs"/>
              </a:defRPr>
            </a:lvl1pPr>
          </a:lstStyle>
          <a:p>
            <a:pPr>
              <a:defRPr/>
            </a:pPr>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0" hangingPunct="0">
              <a:defRPr sz="1200">
                <a:cs typeface="+mn-cs"/>
              </a:defRPr>
            </a:lvl1pPr>
          </a:lstStyle>
          <a:p>
            <a:pPr>
              <a:defRPr/>
            </a:pPr>
            <a:fld id="{39BCF0EB-41F1-4287-9EDD-11AF6255FC0E}" type="datetimeFigureOut">
              <a:rPr lang="en-IN"/>
              <a:pPr>
                <a:defRPr/>
              </a:pPr>
              <a:t>12-07-2023</a:t>
            </a:fld>
            <a:endParaRPr lang="en-IN"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IN"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0" hangingPunct="0">
              <a:defRPr sz="1200">
                <a:cs typeface="+mn-cs"/>
              </a:defRPr>
            </a:lvl1pPr>
          </a:lstStyle>
          <a:p>
            <a:pPr>
              <a:defRPr/>
            </a:pPr>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0EFE970E-66EF-47DD-A751-C65AD8B91F92}" type="slidenum">
              <a:rPr lang="en-IN" altLang="en-US"/>
              <a:pPr/>
              <a:t>‹#›</a:t>
            </a:fld>
            <a:endParaRPr lang="en-IN" altLang="en-US" dirty="0"/>
          </a:p>
        </p:txBody>
      </p:sp>
    </p:spTree>
    <p:extLst>
      <p:ext uri="{BB962C8B-B14F-4D97-AF65-F5344CB8AC3E}">
        <p14:creationId xmlns:p14="http://schemas.microsoft.com/office/powerpoint/2010/main" val="11149609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EFE970E-66EF-47DD-A751-C65AD8B91F92}" type="slidenum">
              <a:rPr lang="en-IN" altLang="en-US" smtClean="0"/>
              <a:pPr/>
              <a:t>1</a:t>
            </a:fld>
            <a:endParaRPr lang="en-IN" altLang="en-US" dirty="0"/>
          </a:p>
        </p:txBody>
      </p:sp>
    </p:spTree>
    <p:extLst>
      <p:ext uri="{BB962C8B-B14F-4D97-AF65-F5344CB8AC3E}">
        <p14:creationId xmlns:p14="http://schemas.microsoft.com/office/powerpoint/2010/main" val="2277353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70982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06674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82384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817596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798790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11</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92716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26923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13</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198271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87302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123346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52445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endParaRPr lang="en-IN"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8EB80C5-D571-4575-9634-A6AFBC269CE3}"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224279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3" name="Rectangle 22"/>
          <p:cNvSpPr/>
          <p:nvPr/>
        </p:nvSpPr>
        <p:spPr>
          <a:xfrm>
            <a:off x="0" y="0"/>
            <a:ext cx="12192000" cy="6858000"/>
          </a:xfrm>
          <a:prstGeom prst="rect">
            <a:avLst/>
          </a:prstGeom>
          <a:blipFill dpi="0" rotWithShape="1">
            <a:blip r:embed="rId2">
              <a:alphaModFix amt="12000"/>
              <a:duotone>
                <a:schemeClr val="accent1">
                  <a:shade val="45000"/>
                  <a:satMod val="135000"/>
                </a:schemeClr>
                <a:prstClr val="white"/>
              </a:duotone>
            </a:blip>
            <a:srcRect/>
            <a:tile tx="-368300" ty="203200" sx="64000" sy="64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C</a:t>
            </a:r>
          </a:p>
        </p:txBody>
      </p:sp>
      <p:sp>
        <p:nvSpPr>
          <p:cNvPr id="10" name="Rectangle 9"/>
          <p:cNvSpPr/>
          <p:nvPr/>
        </p:nvSpPr>
        <p:spPr>
          <a:xfrm>
            <a:off x="1307870" y="1267730"/>
            <a:ext cx="9576262" cy="4307950"/>
          </a:xfrm>
          <a:prstGeom prst="rect">
            <a:avLst/>
          </a:prstGeom>
          <a:solidFill>
            <a:schemeClr val="tx2"/>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bg2"/>
            </a:solidFill>
            <a:prstDash val="solid"/>
            <a:miter lim="800000"/>
          </a:ln>
          <a:effectLst/>
        </p:spPr>
      </p:sp>
      <p:sp>
        <p:nvSpPr>
          <p:cNvPr id="15" name="Rectangle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bg1"/>
                </a:solidFill>
                <a:effectLst/>
                <a:latin typeface="+mj-lt"/>
                <a:ea typeface="+mn-ea"/>
                <a:cs typeface="+mn-cs"/>
              </a:defRPr>
            </a:lvl1pPr>
          </a:lstStyle>
          <a:p>
            <a:r>
              <a:rPr lang="en-US"/>
              <a:t>Click to edit Master title style</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bg2"/>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rgbClr val="FFFFFF"/>
                </a:solidFill>
                <a:latin typeface="+mn-lt"/>
              </a:defRPr>
            </a:lvl1pPr>
          </a:lstStyle>
          <a:p>
            <a:fld id="{6AD6EE87-EBD5-4F12-A48A-63ACA297AC8F}" type="datetimeFigureOut">
              <a:rPr lang="en-US" smtClean="0"/>
              <a:t>7/12/2023</a:t>
            </a:fld>
            <a:endParaRPr lang="en-US" dirty="0"/>
          </a:p>
        </p:txBody>
      </p:sp>
      <p:sp>
        <p:nvSpPr>
          <p:cNvPr id="21" name="Footer Placeholder 20"/>
          <p:cNvSpPr>
            <a:spLocks noGrp="1"/>
          </p:cNvSpPr>
          <p:nvPr>
            <p:ph type="ftr" sz="quarter" idx="11"/>
          </p:nvPr>
        </p:nvSpPr>
        <p:spPr>
          <a:xfrm>
            <a:off x="1453896" y="5212080"/>
            <a:ext cx="5905500" cy="228600"/>
          </a:xfrm>
        </p:spPr>
        <p:txBody>
          <a:bodyPr/>
          <a:lstStyle>
            <a:lvl1pPr algn="l">
              <a:defRPr>
                <a:solidFill>
                  <a:schemeClr val="bg2"/>
                </a:solidFill>
              </a:defRPr>
            </a:lvl1pPr>
          </a:lstStyle>
          <a:p>
            <a:endParaRPr lang="en-US" dirty="0"/>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bg2"/>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1436849275"/>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5D3794B-289A-4A80-97D7-111025398D45}" type="datetimeFigureOut">
              <a:rPr lang="en-US" smtClean="0"/>
              <a:t>7/12/2023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5986998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blipFill dpi="0" rotWithShape="1">
            <a:blip r:embed="rId2">
              <a:alphaModFix amt="12000"/>
              <a:duotone>
                <a:schemeClr val="accent2">
                  <a:shade val="45000"/>
                  <a:satMod val="135000"/>
                </a:schemeClr>
                <a:prstClr val="white"/>
              </a:duotone>
            </a:blip>
            <a:srcRect/>
            <a:tile tx="-368300" ty="203200" sx="64000" sy="64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C</a:t>
            </a:r>
          </a:p>
        </p:txBody>
      </p:sp>
      <p:sp>
        <p:nvSpPr>
          <p:cNvPr id="23" name="Rectangle 22"/>
          <p:cNvSpPr/>
          <p:nvPr/>
        </p:nvSpPr>
        <p:spPr>
          <a:xfrm>
            <a:off x="1307870" y="1267730"/>
            <a:ext cx="9576262" cy="4307950"/>
          </a:xfrm>
          <a:prstGeom prst="rect">
            <a:avLst/>
          </a:prstGeom>
          <a:solidFill>
            <a:schemeClr val="tx2"/>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1" y="1411615"/>
            <a:ext cx="9296400" cy="4034770"/>
          </a:xfrm>
          <a:prstGeom prst="rect">
            <a:avLst/>
          </a:prstGeom>
          <a:noFill/>
          <a:ln w="6350" cap="sq" cmpd="sng" algn="ctr">
            <a:solidFill>
              <a:schemeClr val="bg2"/>
            </a:solidFill>
            <a:prstDash val="solid"/>
            <a:miter lim="800000"/>
          </a:ln>
          <a:effectLst/>
        </p:spPr>
      </p:sp>
      <p:sp>
        <p:nvSpPr>
          <p:cNvPr id="30" name="Rectangle 29"/>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accent1">
                  <a:lumMod val="20000"/>
                  <a:lumOff val="80000"/>
                </a:schemeClr>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bg1"/>
                </a:solidFill>
                <a:effectLst/>
                <a:latin typeface="+mj-lt"/>
                <a:ea typeface="+mn-ea"/>
                <a:cs typeface="+mn-cs"/>
              </a:defRPr>
            </a:lvl1pPr>
          </a:lstStyle>
          <a:p>
            <a:r>
              <a:rPr lang="en-US"/>
              <a:t>Click to edit Master title style</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tabLst>
                <a:tab pos="2633663" algn="l"/>
              </a:tabLst>
              <a:defRPr sz="1600">
                <a:solidFill>
                  <a:schemeClr val="bg2"/>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rgbClr val="FFFFFF"/>
                </a:solidFill>
                <a:latin typeface="+mn-lt"/>
                <a:ea typeface="+mn-ea"/>
                <a:cs typeface="+mn-cs"/>
              </a:defRPr>
            </a:lvl1pPr>
          </a:lstStyle>
          <a:p>
            <a:fld id="{5A61015F-7CC6-4D0A-9D87-873EA4C304CC}" type="datetimeFigureOut">
              <a:rPr lang="en-US" smtClean="0"/>
              <a:t>7/12/2023</a:t>
            </a:fld>
            <a:endParaRPr lang="en-US" dirty="0"/>
          </a:p>
        </p:txBody>
      </p:sp>
      <p:sp>
        <p:nvSpPr>
          <p:cNvPr id="5" name="Footer Placeholder 4"/>
          <p:cNvSpPr>
            <a:spLocks noGrp="1"/>
          </p:cNvSpPr>
          <p:nvPr>
            <p:ph type="ftr" sz="quarter" idx="11"/>
          </p:nvPr>
        </p:nvSpPr>
        <p:spPr>
          <a:xfrm>
            <a:off x="1453896" y="5212080"/>
            <a:ext cx="5907024" cy="228600"/>
          </a:xfrm>
        </p:spPr>
        <p:txBody>
          <a:bodyPr/>
          <a:lstStyle>
            <a:lvl1pPr algn="l">
              <a:defRPr>
                <a:solidFill>
                  <a:schemeClr val="bg2"/>
                </a:solidFill>
              </a:defRPr>
            </a:lvl1pPr>
          </a:lstStyle>
          <a:p>
            <a:endParaRPr lang="en-US" dirty="0"/>
          </a:p>
        </p:txBody>
      </p:sp>
      <p:sp>
        <p:nvSpPr>
          <p:cNvPr id="6" name="Slide Number Placeholder 5"/>
          <p:cNvSpPr>
            <a:spLocks noGrp="1"/>
          </p:cNvSpPr>
          <p:nvPr>
            <p:ph type="sldNum" sz="quarter" idx="12"/>
          </p:nvPr>
        </p:nvSpPr>
        <p:spPr>
          <a:xfrm>
            <a:off x="8604504" y="5212080"/>
            <a:ext cx="2112264" cy="228600"/>
          </a:xfrm>
        </p:spPr>
        <p:txBody>
          <a:bodyPr/>
          <a:lstStyle>
            <a:lvl1pPr>
              <a:defRPr>
                <a:solidFill>
                  <a:schemeClr val="bg2"/>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25562991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C6A301-0538-44EC-B09D-202E1042A48B}" type="datetimeFigureOut">
              <a:rPr lang="en-US" smtClean="0"/>
              <a:t>7/12/2023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095074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800" b="0">
                <a:solidFill>
                  <a:schemeClr val="tx2"/>
                </a:solidFill>
                <a:latin typeface="+mn-lt"/>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800" b="0">
                <a:solidFill>
                  <a:schemeClr val="tx2"/>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0298CD5-6C1E-4009-B41F-6DF62E31D3BE}" type="datetimeFigureOut">
              <a:rPr lang="en-US" smtClean="0"/>
              <a:pPr/>
              <a:t>7/12/2023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52043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7EF4D4C-5367-4C26-9E2B-D8088D7FCA81}" type="datetimeFigureOut">
              <a:rPr lang="en-US" smtClean="0"/>
              <a:t>7/12/2023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310992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91E96-98B0-4413-9547-46F3504108EF}" type="datetimeFigureOut">
              <a:rPr lang="en-US" smtClean="0"/>
              <a:t>7/12/2023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40006503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5" name="Rectangle 14"/>
          <p:cNvSpPr/>
          <p:nvPr/>
        </p:nvSpPr>
        <p:spPr>
          <a:xfrm>
            <a:off x="9020386" y="237744"/>
            <a:ext cx="2926080" cy="6382512"/>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en-US"/>
              <a:t>Click to edit Master title style</a:t>
            </a:r>
            <a:endParaRPr lang="en-US" dirty="0"/>
          </a:p>
        </p:txBody>
      </p:sp>
      <p:sp>
        <p:nvSpPr>
          <p:cNvPr id="3" name="Content Placeholder 2"/>
          <p:cNvSpPr>
            <a:spLocks noGrp="1"/>
          </p:cNvSpPr>
          <p:nvPr>
            <p:ph idx="1"/>
          </p:nvPr>
        </p:nvSpPr>
        <p:spPr>
          <a:xfrm>
            <a:off x="685800" y="609600"/>
            <a:ext cx="7772400" cy="5334000"/>
          </a:xfrm>
        </p:spPr>
        <p:txBody>
          <a:bodyPr/>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5" name="Date Placeholder 4"/>
          <p:cNvSpPr>
            <a:spLocks noGrp="1"/>
          </p:cNvSpPr>
          <p:nvPr>
            <p:ph type="dt" sz="half" idx="10"/>
          </p:nvPr>
        </p:nvSpPr>
        <p:spPr/>
        <p:txBody>
          <a:bodyPr/>
          <a:lstStyle/>
          <a:p>
            <a:fld id="{05C68B11-C5A8-448C-8CE9-B1A273C79CFC}" type="datetimeFigureOut">
              <a:rPr lang="en-US" smtClean="0"/>
              <a:t>7/12/2023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lvl1pPr>
              <a:defRPr>
                <a:solidFill>
                  <a:srgbClr val="FFFFFF"/>
                </a:solidFill>
              </a:defRPr>
            </a:lvl1pPr>
          </a:lstStyle>
          <a:p>
            <a:fld id="{4FAB73BC-B049-4115-A692-8D63A059BFB8}" type="slidenum">
              <a:rPr lang="en-US" smtClean="0"/>
              <a:t>‹#›</a:t>
            </a:fld>
            <a:endParaRPr lang="en-US" dirty="0"/>
          </a:p>
        </p:txBody>
      </p:sp>
    </p:spTree>
    <p:extLst>
      <p:ext uri="{BB962C8B-B14F-4D97-AF65-F5344CB8AC3E}">
        <p14:creationId xmlns:p14="http://schemas.microsoft.com/office/powerpoint/2010/main" val="9389367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0" name="Rectangle 9"/>
          <p:cNvSpPr/>
          <p:nvPr/>
        </p:nvSpPr>
        <p:spPr>
          <a:xfrm>
            <a:off x="9020386" y="237744"/>
            <a:ext cx="2926080" cy="6382512"/>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228599" y="237744"/>
            <a:ext cx="8531352" cy="6382512"/>
          </a:xfrm>
          <a:solidFill>
            <a:srgbClr val="969696"/>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effectLst>
                  <a:outerShdw blurRad="12700" dist="3810" dir="2700000" algn="tl" rotWithShape="0">
                    <a:prstClr val="black">
                      <a:alpha val="40000"/>
                    </a:prstClr>
                  </a:outerShdw>
                </a:effectLst>
              </a:defRPr>
            </a:lvl1pPr>
          </a:lstStyle>
          <a:p>
            <a:fld id="{C7616CA0-919D-4A49-9C8A-62FDFB3A5183}" type="datetimeFigureOut">
              <a:rPr lang="en-US" smtClean="0"/>
              <a:t>7/12/2023</a:t>
            </a:fld>
            <a:endParaRPr lang="en-US" dirty="0"/>
          </a:p>
        </p:txBody>
      </p:sp>
      <p:sp>
        <p:nvSpPr>
          <p:cNvPr id="12" name="Footer Placeholder 11"/>
          <p:cNvSpPr>
            <a:spLocks noGrp="1"/>
          </p:cNvSpPr>
          <p:nvPr>
            <p:ph type="ftr" sz="quarter" idx="11"/>
          </p:nvPr>
        </p:nvSpPr>
        <p:spPr/>
        <p:txBody>
          <a:bodyPr/>
          <a:lstStyle>
            <a:lvl1pPr algn="r">
              <a:defRPr lang="en-US" sz="1000" kern="1200" dirty="0">
                <a:solidFill>
                  <a:schemeClr val="tx1">
                    <a:lumMod val="75000"/>
                    <a:lumOff val="25000"/>
                  </a:schemeClr>
                </a:solidFill>
                <a:effectLst>
                  <a:outerShdw blurRad="12700" dist="3810" dir="2700000" algn="tl" rotWithShape="0">
                    <a:prstClr val="black">
                      <a:alpha val="40000"/>
                    </a:prstClr>
                  </a:outerShdw>
                </a:effectLst>
                <a:latin typeface="+mn-lt"/>
                <a:ea typeface="+mn-ea"/>
                <a:cs typeface="+mn-cs"/>
              </a:defRPr>
            </a:lvl1pPr>
          </a:lstStyle>
          <a:p>
            <a:endParaRPr lang="en-US" dirty="0"/>
          </a:p>
        </p:txBody>
      </p:sp>
      <p:sp>
        <p:nvSpPr>
          <p:cNvPr id="13" name="Slide Number Placeholder 12"/>
          <p:cNvSpPr>
            <a:spLocks noGrp="1"/>
          </p:cNvSpPr>
          <p:nvPr>
            <p:ph type="sldNum" sz="quarter" idx="12"/>
          </p:nvPr>
        </p:nvSpPr>
        <p:spPr/>
        <p:txBody>
          <a:bodyPr/>
          <a:lstStyle>
            <a:lvl1pPr>
              <a:defRPr>
                <a:solidFill>
                  <a:srgbClr val="FFFFFF"/>
                </a:solidFill>
              </a:defRPr>
            </a:lvl1pPr>
          </a:lstStyle>
          <a:p>
            <a:fld id="{867E5644-1E61-4311-A31E-84CB9C7AA8A9}" type="slidenum">
              <a:rPr lang="en-US" smtClean="0"/>
              <a:t>‹#›</a:t>
            </a:fld>
            <a:endParaRPr lang="en-US" dirty="0"/>
          </a:p>
        </p:txBody>
      </p:sp>
    </p:spTree>
    <p:extLst>
      <p:ext uri="{BB962C8B-B14F-4D97-AF65-F5344CB8AC3E}">
        <p14:creationId xmlns:p14="http://schemas.microsoft.com/office/powerpoint/2010/main" val="551199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CD73815-2707-4475-8F1A-B873CB631BB4}" type="datetimeFigureOut">
              <a:rPr lang="en-US" smtClean="0"/>
              <a:t>7/12/2023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423154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A4AFB99-0EAB-4182-AFF8-E214C82A68F6}" type="datetimeFigureOut">
              <a:rPr lang="en-US" smtClean="0"/>
              <a:t>7/12/2023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829461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89464" y="6214535"/>
            <a:ext cx="2743200" cy="256032"/>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90298CD5-6C1E-4009-B41F-6DF62E31D3BE}" type="datetimeFigureOut">
              <a:rPr lang="en-US" smtClean="0"/>
              <a:pPr/>
              <a:t>7/12/2023</a:t>
            </a:fld>
            <a:endParaRPr lang="en-US" dirty="0"/>
          </a:p>
        </p:txBody>
      </p:sp>
      <p:sp>
        <p:nvSpPr>
          <p:cNvPr id="5" name="Footer Placeholder 4"/>
          <p:cNvSpPr>
            <a:spLocks noGrp="1"/>
          </p:cNvSpPr>
          <p:nvPr>
            <p:ph type="ftr" sz="quarter" idx="3"/>
          </p:nvPr>
        </p:nvSpPr>
        <p:spPr>
          <a:xfrm>
            <a:off x="3489960" y="6214535"/>
            <a:ext cx="5212080" cy="256032"/>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314667" y="6214535"/>
            <a:ext cx="1463040" cy="256032"/>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4FAB73BC-B049-4115-A692-8D63A059BFB8}" type="slidenum">
              <a:rPr lang="en-US" smtClean="0"/>
              <a:pPr/>
              <a:t>‹#›</a:t>
            </a:fld>
            <a:endParaRPr lang="en-US" dirty="0"/>
          </a:p>
        </p:txBody>
      </p:sp>
      <p:sp>
        <p:nvSpPr>
          <p:cNvPr id="8" name="Rectangle 7"/>
          <p:cNvSpPr/>
          <p:nvPr/>
        </p:nvSpPr>
        <p:spPr>
          <a:xfrm>
            <a:off x="371856" y="374904"/>
            <a:ext cx="11448288" cy="6108192"/>
          </a:xfrm>
          <a:prstGeom prst="rect">
            <a:avLst/>
          </a:prstGeom>
          <a:noFill/>
          <a:ln w="6350" cap="sq" cmpd="sng" algn="ctr">
            <a:solidFill>
              <a:schemeClr val="tx1">
                <a:lumMod val="75000"/>
                <a:lumOff val="25000"/>
              </a:schemeClr>
            </a:solidFill>
            <a:prstDash val="solid"/>
            <a:miter lim="800000"/>
          </a:ln>
          <a:effectLst/>
        </p:spPr>
      </p:sp>
    </p:spTree>
    <p:extLst>
      <p:ext uri="{BB962C8B-B14F-4D97-AF65-F5344CB8AC3E}">
        <p14:creationId xmlns:p14="http://schemas.microsoft.com/office/powerpoint/2010/main" val="2652636884"/>
      </p:ext>
    </p:extLst>
  </p:cSld>
  <p:clrMap bg1="lt1" tx1="dk1" bg2="lt2" tx2="dk2" accent1="accent1" accent2="accent2" accent3="accent3" accent4="accent4" accent5="accent5" accent6="accent6" hlink="hlink" folHlink="folHlink"/>
  <p:sldLayoutIdLst>
    <p:sldLayoutId id="2147488315" r:id="rId1"/>
    <p:sldLayoutId id="2147488316" r:id="rId2"/>
    <p:sldLayoutId id="2147488317" r:id="rId3"/>
    <p:sldLayoutId id="2147488318" r:id="rId4"/>
    <p:sldLayoutId id="2147488319" r:id="rId5"/>
    <p:sldLayoutId id="2147488320" r:id="rId6"/>
    <p:sldLayoutId id="2147488321" r:id="rId7"/>
    <p:sldLayoutId id="2147488322" r:id="rId8"/>
    <p:sldLayoutId id="2147488323" r:id="rId9"/>
    <p:sldLayoutId id="2147488324" r:id="rId10"/>
    <p:sldLayoutId id="2147488325" r:id="rId11"/>
  </p:sldLayoutIdLst>
  <p:txStyles>
    <p:titleStyle>
      <a:lvl1pPr algn="l" defTabSz="914400" rtl="0" eaLnBrk="1" latinLnBrk="0" hangingPunct="1">
        <a:lnSpc>
          <a:spcPct val="90000"/>
        </a:lnSpc>
        <a:spcBef>
          <a:spcPct val="0"/>
        </a:spcBef>
        <a:buNone/>
        <a:defRPr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2"/>
        </a:buClr>
        <a:buFont typeface="Arial" pitchFamily="34" charset="0"/>
        <a:buChar char="•"/>
        <a:defRPr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2"/>
        </a:buClr>
        <a:buFont typeface="Arial" pitchFamily="34" charset="0"/>
        <a:buChar char="•"/>
        <a:defRPr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2"/>
        </a:buClr>
        <a:buFont typeface="Arial"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descr="Logo">
            <a:extLst>
              <a:ext uri="{FF2B5EF4-FFF2-40B4-BE49-F238E27FC236}">
                <a16:creationId xmlns:a16="http://schemas.microsoft.com/office/drawing/2014/main" id="{F59600AD-534F-429F-99D6-A9CC0C89602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7" name="object 5">
            <a:extLst>
              <a:ext uri="{FF2B5EF4-FFF2-40B4-BE49-F238E27FC236}">
                <a16:creationId xmlns:a16="http://schemas.microsoft.com/office/drawing/2014/main" id="{0D63FFA9-1074-41CD-9F61-37307A12AA72}"/>
              </a:ext>
            </a:extLst>
          </p:cNvPr>
          <p:cNvSpPr/>
          <p:nvPr/>
        </p:nvSpPr>
        <p:spPr>
          <a:xfrm>
            <a:off x="921631" y="3383280"/>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8" name="object 4">
            <a:extLst>
              <a:ext uri="{FF2B5EF4-FFF2-40B4-BE49-F238E27FC236}">
                <a16:creationId xmlns:a16="http://schemas.microsoft.com/office/drawing/2014/main" id="{AC2E87EC-C7BB-4A8A-B0D3-736837E0731E}"/>
              </a:ext>
            </a:extLst>
          </p:cNvPr>
          <p:cNvSpPr txBox="1"/>
          <p:nvPr/>
        </p:nvSpPr>
        <p:spPr>
          <a:xfrm>
            <a:off x="921631" y="2929460"/>
            <a:ext cx="3383083" cy="453820"/>
          </a:xfrm>
          <a:prstGeom prst="rect">
            <a:avLst/>
          </a:prstGeom>
        </p:spPr>
        <p:txBody>
          <a:bodyPr wrap="square" lIns="0" tIns="16224" rIns="0" bIns="0" rtlCol="0">
            <a:noAutofit/>
          </a:bodyPr>
          <a:lstStyle/>
          <a:p>
            <a:pPr marL="12700" marR="0" lvl="0" indent="0" algn="l" defTabSz="457200" rtl="0" eaLnBrk="1" fontAlgn="auto" latinLnBrk="0" hangingPunct="1">
              <a:lnSpc>
                <a:spcPts val="2555"/>
              </a:lnSpc>
              <a:spcBef>
                <a:spcPts val="0"/>
              </a:spcBef>
              <a:spcAft>
                <a:spcPts val="0"/>
              </a:spcAft>
              <a:buClrTx/>
              <a:buSzTx/>
              <a:buFontTx/>
              <a:buNone/>
              <a:tabLst/>
              <a:defRPr/>
            </a:pPr>
            <a:r>
              <a:rPr lang="en-IN" sz="2400" b="1" spc="-1" dirty="0">
                <a:solidFill>
                  <a:srgbClr val="004282"/>
                </a:solidFill>
                <a:latin typeface="Arial"/>
                <a:cs typeface="Arial"/>
              </a:rPr>
              <a:t>Docker Orchestration</a:t>
            </a:r>
            <a:endParaRPr kumimoji="0" sz="2400" b="0" i="0" u="none" strike="noStrike" kern="1200" cap="none" spc="0" normalizeH="0" baseline="0" noProof="0" dirty="0">
              <a:ln>
                <a:noFill/>
              </a:ln>
              <a:solidFill>
                <a:prstClr val="black"/>
              </a:solidFill>
              <a:effectLst/>
              <a:uLnTx/>
              <a:uFillTx/>
              <a:latin typeface="Arial"/>
              <a:cs typeface="Arial"/>
            </a:endParaRPr>
          </a:p>
        </p:txBody>
      </p:sp>
    </p:spTree>
    <p:extLst>
      <p:ext uri="{BB962C8B-B14F-4D97-AF65-F5344CB8AC3E}">
        <p14:creationId xmlns:p14="http://schemas.microsoft.com/office/powerpoint/2010/main" val="19945101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Orchestration</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IN" sz="2000" b="1" u="sng" dirty="0">
                <a:effectLst>
                  <a:outerShdw blurRad="38100" dist="38100" dir="2700000" algn="tl">
                    <a:srgbClr val="000000">
                      <a:alpha val="43137"/>
                    </a:srgbClr>
                  </a:outerShdw>
                </a:effectLst>
              </a:rPr>
              <a:t>Orchestration</a:t>
            </a:r>
            <a:r>
              <a:rPr lang="en-IN" sz="2000" dirty="0"/>
              <a:t>: Tools to manage, scale, and maintain containerized applications are called </a:t>
            </a:r>
            <a:r>
              <a:rPr lang="en-IN" sz="2000" i="1" dirty="0"/>
              <a:t>orchestrators</a:t>
            </a:r>
            <a:r>
              <a:rPr lang="en-IN" sz="2000" dirty="0"/>
              <a:t>, and the most common examples of these are </a:t>
            </a:r>
            <a:r>
              <a:rPr lang="en-IN" sz="2000" i="1" dirty="0"/>
              <a:t>Kubernetes, Docker Swarm, AWS ECS, AWS EKS etc</a:t>
            </a:r>
            <a:r>
              <a:rPr lang="en-IN" sz="2000" dirty="0"/>
              <a:t>.</a:t>
            </a:r>
            <a:endParaRPr lang="en-IN" sz="2000" dirty="0">
              <a:solidFill>
                <a:srgbClr val="000000"/>
              </a:solidFill>
            </a:endParaRPr>
          </a:p>
          <a:p>
            <a:endParaRPr lang="en-IN" sz="2000" dirty="0">
              <a:solidFill>
                <a:srgbClr val="000000"/>
              </a:solidFill>
            </a:endParaRPr>
          </a:p>
          <a:p>
            <a:r>
              <a:rPr lang="en-IN" sz="2000" dirty="0">
                <a:solidFill>
                  <a:srgbClr val="000000"/>
                </a:solidFill>
              </a:rPr>
              <a:t>Orchestration allows us to manage and maintain multiple containers. This is especially helpful in software development where we maybe making use of micro-services architecture as it breaks down the software into small manageable chunks. Having different configurations and environment becomes easier with orchestration.</a:t>
            </a:r>
            <a:endParaRPr lang="en-US" sz="2000" dirty="0">
              <a:solidFill>
                <a:srgbClr val="000000"/>
              </a:solidFill>
            </a:endParaRPr>
          </a:p>
          <a:p>
            <a:endParaRPr lang="en-US" sz="1600" i="1" dirty="0">
              <a:solidFill>
                <a:srgbClr val="000000"/>
              </a:solidFill>
              <a:latin typeface="Courier New" panose="02070309020205020404" pitchFamily="49" charset="0"/>
              <a:cs typeface="Courier New" panose="02070309020205020404" pitchFamily="49" charset="0"/>
            </a:endParaRPr>
          </a:p>
          <a:p>
            <a:endParaRPr lang="en-US" sz="2000" dirty="0">
              <a:solidFill>
                <a:srgbClr val="000000"/>
              </a:solidFill>
            </a:endParaRPr>
          </a:p>
        </p:txBody>
      </p:sp>
      <p:pic>
        <p:nvPicPr>
          <p:cNvPr id="7" name="Picture 6">
            <a:extLst>
              <a:ext uri="{FF2B5EF4-FFF2-40B4-BE49-F238E27FC236}">
                <a16:creationId xmlns:a16="http://schemas.microsoft.com/office/drawing/2014/main" id="{029D2B17-34B8-48D0-9840-8CED77433003}"/>
              </a:ext>
            </a:extLst>
          </p:cNvPr>
          <p:cNvPicPr>
            <a:picLocks noChangeAspect="1"/>
          </p:cNvPicPr>
          <p:nvPr/>
        </p:nvPicPr>
        <p:blipFill>
          <a:blip r:embed="rId4"/>
          <a:stretch>
            <a:fillRect/>
          </a:stretch>
        </p:blipFill>
        <p:spPr>
          <a:xfrm>
            <a:off x="3341603" y="3429000"/>
            <a:ext cx="5448300" cy="2638425"/>
          </a:xfrm>
          <a:prstGeom prst="rect">
            <a:avLst/>
          </a:prstGeom>
        </p:spPr>
      </p:pic>
    </p:spTree>
    <p:extLst>
      <p:ext uri="{BB962C8B-B14F-4D97-AF65-F5344CB8AC3E}">
        <p14:creationId xmlns:p14="http://schemas.microsoft.com/office/powerpoint/2010/main" val="265699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Benefits of Docker Orchestration</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pPr marL="285750" indent="-285750">
              <a:buFont typeface="Arial" panose="020B0604020202020204" pitchFamily="34" charset="0"/>
              <a:buChar char="•"/>
            </a:pPr>
            <a:r>
              <a:rPr lang="en-US" sz="2000" dirty="0">
                <a:solidFill>
                  <a:srgbClr val="000000"/>
                </a:solidFill>
                <a:cs typeface="Calibri" panose="020F0502020204030204" pitchFamily="34" charset="0"/>
              </a:rPr>
              <a:t>Easy Deployment.</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Easy management.</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Easy resource management.</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Allow for heath monitoring of the containers.</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Load balancing among different containers.</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Easy updating.</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Easy scaling up and rolling back.</a:t>
            </a:r>
          </a:p>
          <a:p>
            <a:endParaRPr lang="en-US" sz="2000" dirty="0">
              <a:solidFill>
                <a:srgbClr val="000000"/>
              </a:solidFill>
              <a:cs typeface="Calibri" panose="020F0502020204030204" pitchFamily="34" charset="0"/>
            </a:endParaRPr>
          </a:p>
          <a:p>
            <a:pPr marL="285750" indent="-285750">
              <a:buFont typeface="Arial" panose="020B0604020202020204" pitchFamily="34" charset="0"/>
              <a:buChar char="•"/>
            </a:pPr>
            <a:r>
              <a:rPr lang="en-US" sz="2000" dirty="0">
                <a:solidFill>
                  <a:srgbClr val="000000"/>
                </a:solidFill>
                <a:cs typeface="Calibri" panose="020F0502020204030204" pitchFamily="34" charset="0"/>
              </a:rPr>
              <a:t>Creates layer of security.</a:t>
            </a:r>
          </a:p>
          <a:p>
            <a:endParaRPr lang="en-US" sz="2000" dirty="0">
              <a:solidFill>
                <a:srgbClr val="000000"/>
              </a:solidFill>
              <a:cs typeface="Calibri" panose="020F0502020204030204" pitchFamily="34" charset="0"/>
            </a:endParaRPr>
          </a:p>
          <a:p>
            <a:endParaRPr lang="en-US" sz="2000" dirty="0">
              <a:solidFill>
                <a:srgbClr val="000000"/>
              </a:solidFill>
            </a:endParaRPr>
          </a:p>
        </p:txBody>
      </p:sp>
    </p:spTree>
    <p:extLst>
      <p:ext uri="{BB962C8B-B14F-4D97-AF65-F5344CB8AC3E}">
        <p14:creationId xmlns:p14="http://schemas.microsoft.com/office/powerpoint/2010/main" val="3148324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Swarm</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IN" sz="2000" dirty="0">
                <a:solidFill>
                  <a:srgbClr val="000000"/>
                </a:solidFill>
              </a:rPr>
              <a:t>Docker Swarm is an orchestration management tool that runs on Docker applications. It helps end-users in creating and deploying a cluster of Docker nodes.</a:t>
            </a:r>
          </a:p>
          <a:p>
            <a:endParaRPr lang="en-IN" sz="2000" dirty="0">
              <a:solidFill>
                <a:srgbClr val="000000"/>
              </a:solidFill>
              <a:latin typeface="Courier New" panose="02070309020205020404" pitchFamily="49" charset="0"/>
              <a:cs typeface="Courier New" panose="02070309020205020404" pitchFamily="49" charset="0"/>
            </a:endParaRPr>
          </a:p>
          <a:p>
            <a:r>
              <a:rPr lang="en-IN" sz="2000" dirty="0">
                <a:solidFill>
                  <a:srgbClr val="000000"/>
                </a:solidFill>
              </a:rPr>
              <a:t>Each node of a Docker Swarm is a Docker daemon, and all Docker daemons interact using the Docker API. Each container within the Swarm can be deployed and accessed by nodes of the same cluster.</a:t>
            </a:r>
            <a:endParaRPr lang="en-US" sz="2000" dirty="0">
              <a:solidFill>
                <a:srgbClr val="000000"/>
              </a:solidFill>
            </a:endParaRPr>
          </a:p>
          <a:p>
            <a:endParaRPr lang="en-US" sz="1600" i="1" dirty="0">
              <a:solidFill>
                <a:srgbClr val="000000"/>
              </a:solidFill>
              <a:latin typeface="Courier New" panose="02070309020205020404" pitchFamily="49" charset="0"/>
              <a:cs typeface="Courier New" panose="02070309020205020404" pitchFamily="49" charset="0"/>
            </a:endParaRPr>
          </a:p>
          <a:p>
            <a:endParaRPr lang="en-US" sz="2000" dirty="0">
              <a:solidFill>
                <a:srgbClr val="000000"/>
              </a:solidFill>
            </a:endParaRPr>
          </a:p>
        </p:txBody>
      </p:sp>
      <p:pic>
        <p:nvPicPr>
          <p:cNvPr id="2" name="Picture 1">
            <a:extLst>
              <a:ext uri="{FF2B5EF4-FFF2-40B4-BE49-F238E27FC236}">
                <a16:creationId xmlns:a16="http://schemas.microsoft.com/office/drawing/2014/main" id="{EAA4B19A-0182-48A0-9D1A-197DAEE9A0AF}"/>
              </a:ext>
            </a:extLst>
          </p:cNvPr>
          <p:cNvPicPr>
            <a:picLocks noChangeAspect="1"/>
          </p:cNvPicPr>
          <p:nvPr/>
        </p:nvPicPr>
        <p:blipFill>
          <a:blip r:embed="rId4"/>
          <a:stretch>
            <a:fillRect/>
          </a:stretch>
        </p:blipFill>
        <p:spPr>
          <a:xfrm>
            <a:off x="1657367" y="3330526"/>
            <a:ext cx="8389543" cy="2829286"/>
          </a:xfrm>
          <a:prstGeom prst="rect">
            <a:avLst/>
          </a:prstGeom>
        </p:spPr>
      </p:pic>
    </p:spTree>
    <p:extLst>
      <p:ext uri="{BB962C8B-B14F-4D97-AF65-F5344CB8AC3E}">
        <p14:creationId xmlns:p14="http://schemas.microsoft.com/office/powerpoint/2010/main" val="3119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Swarm Architecture</a:t>
            </a:r>
            <a:endParaRPr lang="en-IN" sz="2400" dirty="0">
              <a:solidFill>
                <a:prstClr val="black"/>
              </a:solidFill>
              <a:latin typeface="Arial"/>
              <a:cs typeface="Arial"/>
            </a:endParaRPr>
          </a:p>
        </p:txBody>
      </p:sp>
      <p:pic>
        <p:nvPicPr>
          <p:cNvPr id="3" name="Picture 2">
            <a:extLst>
              <a:ext uri="{FF2B5EF4-FFF2-40B4-BE49-F238E27FC236}">
                <a16:creationId xmlns:a16="http://schemas.microsoft.com/office/drawing/2014/main" id="{48293FB5-5CCE-4268-8E7E-9B41CEDB76C9}"/>
              </a:ext>
            </a:extLst>
          </p:cNvPr>
          <p:cNvPicPr>
            <a:picLocks noChangeAspect="1"/>
          </p:cNvPicPr>
          <p:nvPr/>
        </p:nvPicPr>
        <p:blipFill>
          <a:blip r:embed="rId4"/>
          <a:stretch>
            <a:fillRect/>
          </a:stretch>
        </p:blipFill>
        <p:spPr>
          <a:xfrm>
            <a:off x="825883" y="1358773"/>
            <a:ext cx="10540234" cy="4899513"/>
          </a:xfrm>
          <a:prstGeom prst="rect">
            <a:avLst/>
          </a:prstGeom>
        </p:spPr>
      </p:pic>
    </p:spTree>
    <p:extLst>
      <p:ext uri="{BB962C8B-B14F-4D97-AF65-F5344CB8AC3E}">
        <p14:creationId xmlns:p14="http://schemas.microsoft.com/office/powerpoint/2010/main" val="3952826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Swarm Components</a:t>
            </a:r>
            <a:endParaRPr lang="en-IN" sz="2400" dirty="0">
              <a:solidFill>
                <a:prstClr val="black"/>
              </a:solidFill>
              <a:latin typeface="Arial"/>
              <a:cs typeface="Arial"/>
            </a:endParaRPr>
          </a:p>
        </p:txBody>
      </p:sp>
      <p:pic>
        <p:nvPicPr>
          <p:cNvPr id="2" name="Picture 1">
            <a:extLst>
              <a:ext uri="{FF2B5EF4-FFF2-40B4-BE49-F238E27FC236}">
                <a16:creationId xmlns:a16="http://schemas.microsoft.com/office/drawing/2014/main" id="{EE11D441-FE56-415A-92F4-281F75423E93}"/>
              </a:ext>
            </a:extLst>
          </p:cNvPr>
          <p:cNvPicPr>
            <a:picLocks noChangeAspect="1"/>
          </p:cNvPicPr>
          <p:nvPr/>
        </p:nvPicPr>
        <p:blipFill>
          <a:blip r:embed="rId4"/>
          <a:stretch>
            <a:fillRect/>
          </a:stretch>
        </p:blipFill>
        <p:spPr>
          <a:xfrm>
            <a:off x="1289366" y="1463992"/>
            <a:ext cx="9613267" cy="4595666"/>
          </a:xfrm>
          <a:prstGeom prst="rect">
            <a:avLst/>
          </a:prstGeom>
        </p:spPr>
      </p:pic>
    </p:spTree>
    <p:extLst>
      <p:ext uri="{BB962C8B-B14F-4D97-AF65-F5344CB8AC3E}">
        <p14:creationId xmlns:p14="http://schemas.microsoft.com/office/powerpoint/2010/main" val="3784727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2F66C6DA-D9EA-3DA5-868D-753835DA11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3604" y="643467"/>
            <a:ext cx="8704792" cy="5571066"/>
          </a:xfrm>
          <a:prstGeom prst="rect">
            <a:avLst/>
          </a:prstGeom>
        </p:spPr>
      </p:pic>
    </p:spTree>
    <p:extLst>
      <p:ext uri="{BB962C8B-B14F-4D97-AF65-F5344CB8AC3E}">
        <p14:creationId xmlns:p14="http://schemas.microsoft.com/office/powerpoint/2010/main" val="1257591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8F8B7E-6A02-A4EF-0218-287AE04EC5FF}"/>
              </a:ext>
            </a:extLst>
          </p:cNvPr>
          <p:cNvPicPr>
            <a:picLocks noChangeAspect="1"/>
          </p:cNvPicPr>
          <p:nvPr/>
        </p:nvPicPr>
        <p:blipFill>
          <a:blip r:embed="rId2"/>
          <a:stretch>
            <a:fillRect/>
          </a:stretch>
        </p:blipFill>
        <p:spPr>
          <a:xfrm>
            <a:off x="0" y="3628"/>
            <a:ext cx="12192000" cy="6850743"/>
          </a:xfrm>
          <a:prstGeom prst="rect">
            <a:avLst/>
          </a:prstGeom>
        </p:spPr>
      </p:pic>
    </p:spTree>
    <p:extLst>
      <p:ext uri="{BB962C8B-B14F-4D97-AF65-F5344CB8AC3E}">
        <p14:creationId xmlns:p14="http://schemas.microsoft.com/office/powerpoint/2010/main" val="1022332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6F24AFD-A18E-CF92-8136-60991A5F40A0}"/>
              </a:ext>
            </a:extLst>
          </p:cNvPr>
          <p:cNvPicPr>
            <a:picLocks noChangeAspect="1"/>
          </p:cNvPicPr>
          <p:nvPr/>
        </p:nvPicPr>
        <p:blipFill>
          <a:blip r:embed="rId2"/>
          <a:stretch>
            <a:fillRect/>
          </a:stretch>
        </p:blipFill>
        <p:spPr>
          <a:xfrm>
            <a:off x="0" y="3628"/>
            <a:ext cx="12192000" cy="6850743"/>
          </a:xfrm>
          <a:prstGeom prst="rect">
            <a:avLst/>
          </a:prstGeom>
        </p:spPr>
      </p:pic>
    </p:spTree>
    <p:extLst>
      <p:ext uri="{BB962C8B-B14F-4D97-AF65-F5344CB8AC3E}">
        <p14:creationId xmlns:p14="http://schemas.microsoft.com/office/powerpoint/2010/main" val="504413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E443365-C7A5-8FDA-CCB2-220D01BEC061}"/>
              </a:ext>
            </a:extLst>
          </p:cNvPr>
          <p:cNvPicPr>
            <a:picLocks noChangeAspect="1"/>
          </p:cNvPicPr>
          <p:nvPr/>
        </p:nvPicPr>
        <p:blipFill>
          <a:blip r:embed="rId2"/>
          <a:stretch>
            <a:fillRect/>
          </a:stretch>
        </p:blipFill>
        <p:spPr>
          <a:xfrm>
            <a:off x="0" y="3628"/>
            <a:ext cx="12192000" cy="6850743"/>
          </a:xfrm>
          <a:prstGeom prst="rect">
            <a:avLst/>
          </a:prstGeom>
        </p:spPr>
      </p:pic>
    </p:spTree>
    <p:extLst>
      <p:ext uri="{BB962C8B-B14F-4D97-AF65-F5344CB8AC3E}">
        <p14:creationId xmlns:p14="http://schemas.microsoft.com/office/powerpoint/2010/main" val="35814485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Swarm Commands</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US" sz="2000" u="sng" dirty="0">
                <a:solidFill>
                  <a:srgbClr val="000000"/>
                </a:solidFill>
              </a:rPr>
              <a:t>Commands to work with Docker Swarm:</a:t>
            </a:r>
          </a:p>
          <a:p>
            <a:endParaRPr lang="en-US" sz="1600" u="sng" dirty="0">
              <a:solidFill>
                <a:srgbClr val="000000"/>
              </a:solidFill>
            </a:endParaRPr>
          </a:p>
          <a:p>
            <a:r>
              <a:rPr lang="pt-BR" sz="1600" dirty="0">
                <a:solidFill>
                  <a:srgbClr val="000000"/>
                </a:solidFill>
                <a:latin typeface="Courier New" panose="02070309020205020404" pitchFamily="49" charset="0"/>
                <a:cs typeface="Courier New" panose="02070309020205020404" pitchFamily="49" charset="0"/>
              </a:rPr>
              <a:t>~ sudo </a:t>
            </a:r>
            <a:r>
              <a:rPr lang="en-IN" sz="1600" dirty="0">
                <a:solidFill>
                  <a:srgbClr val="000000"/>
                </a:solidFill>
                <a:latin typeface="Courier New" panose="02070309020205020404" pitchFamily="49" charset="0"/>
                <a:cs typeface="Courier New" panose="02070309020205020404" pitchFamily="49" charset="0"/>
              </a:rPr>
              <a:t>docker swarm init –advertise-</a:t>
            </a:r>
            <a:r>
              <a:rPr lang="en-IN" sz="1600" dirty="0" err="1">
                <a:solidFill>
                  <a:srgbClr val="000000"/>
                </a:solidFill>
                <a:latin typeface="Courier New" panose="02070309020205020404" pitchFamily="49" charset="0"/>
                <a:cs typeface="Courier New" panose="02070309020205020404" pitchFamily="49" charset="0"/>
              </a:rPr>
              <a:t>addr</a:t>
            </a:r>
            <a:r>
              <a:rPr lang="en-IN" sz="1600" dirty="0">
                <a:solidFill>
                  <a:srgbClr val="000000"/>
                </a:solidFill>
                <a:latin typeface="Courier New" panose="02070309020205020404" pitchFamily="49" charset="0"/>
                <a:cs typeface="Courier New" panose="02070309020205020404" pitchFamily="49" charset="0"/>
              </a:rPr>
              <a:t> &lt;manager_node_ip&gt;</a:t>
            </a:r>
            <a:endParaRPr lang="en-US" sz="1200" i="1" dirty="0">
              <a:solidFill>
                <a:srgbClr val="000000"/>
              </a:solidFill>
              <a:latin typeface="Courier New" panose="02070309020205020404" pitchFamily="49" charset="0"/>
              <a:cs typeface="Courier New" panose="02070309020205020404" pitchFamily="49" charset="0"/>
            </a:endParaRPr>
          </a:p>
          <a:p>
            <a:endParaRPr lang="en-US"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docker swarm join –-token &lt;token&gt; </a:t>
            </a:r>
          </a:p>
          <a:p>
            <a:endParaRPr lang="en-IN"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node ls</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info</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swarm leave</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swarm join-token worker</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swarm join-token manager</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node rm &lt;node_id&gt;</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swarm leave –-force </a:t>
            </a:r>
            <a:r>
              <a:rPr lang="en-US" sz="1600" b="1" i="1" dirty="0">
                <a:solidFill>
                  <a:srgbClr val="000000"/>
                </a:solidFill>
                <a:latin typeface="Courier New" panose="02070309020205020404" pitchFamily="49" charset="0"/>
                <a:cs typeface="Courier New" panose="02070309020205020404" pitchFamily="49" charset="0"/>
              </a:rPr>
              <a:t>(stop swarm or leave manager)</a:t>
            </a:r>
          </a:p>
          <a:p>
            <a:endParaRPr lang="en-US" sz="1600" b="1" i="1" dirty="0">
              <a:solidFill>
                <a:srgbClr val="000000"/>
              </a:solidFill>
              <a:latin typeface="Courier New" panose="02070309020205020404" pitchFamily="49" charset="0"/>
              <a:cs typeface="Courier New" panose="02070309020205020404" pitchFamily="49" charset="0"/>
            </a:endParaRPr>
          </a:p>
          <a:p>
            <a:r>
              <a:rPr lang="en-US" sz="1600" b="1" i="1" dirty="0">
                <a:solidFill>
                  <a:srgbClr val="000000"/>
                </a:solidFill>
                <a:latin typeface="Courier New" panose="02070309020205020404" pitchFamily="49" charset="0"/>
                <a:cs typeface="Courier New" panose="02070309020205020404" pitchFamily="49" charset="0"/>
              </a:rPr>
              <a:t>~ </a:t>
            </a:r>
            <a:r>
              <a:rPr lang="en-US" sz="1600" i="1" dirty="0">
                <a:solidFill>
                  <a:srgbClr val="000000"/>
                </a:solidFill>
                <a:latin typeface="Courier New" panose="02070309020205020404" pitchFamily="49" charset="0"/>
                <a:cs typeface="Courier New" panose="02070309020205020404" pitchFamily="49" charset="0"/>
              </a:rPr>
              <a:t>sudo docker service create --name fun –-replicas 3 –p 80:8080 httpd</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service ls </a:t>
            </a:r>
          </a:p>
          <a:p>
            <a:endParaRPr lang="en-US" sz="1600" i="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516941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Swarm Commands</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US" sz="2000" u="sng" dirty="0">
                <a:solidFill>
                  <a:srgbClr val="000000"/>
                </a:solidFill>
              </a:rPr>
              <a:t>Commands to work with Docker Swarm:</a:t>
            </a:r>
          </a:p>
          <a:p>
            <a:endParaRPr lang="en-US" sz="1600" u="sng" dirty="0">
              <a:solidFill>
                <a:srgbClr val="000000"/>
              </a:solidFill>
            </a:endParaRPr>
          </a:p>
          <a:p>
            <a:r>
              <a:rPr lang="pt-BR" sz="1600" dirty="0">
                <a:solidFill>
                  <a:srgbClr val="000000"/>
                </a:solidFill>
                <a:latin typeface="Courier New" panose="02070309020205020404" pitchFamily="49" charset="0"/>
                <a:cs typeface="Courier New" panose="02070309020205020404" pitchFamily="49" charset="0"/>
              </a:rPr>
              <a:t>~ sudo </a:t>
            </a:r>
            <a:r>
              <a:rPr lang="en-IN" sz="1600" dirty="0">
                <a:solidFill>
                  <a:srgbClr val="000000"/>
                </a:solidFill>
                <a:latin typeface="Courier New" panose="02070309020205020404" pitchFamily="49" charset="0"/>
                <a:cs typeface="Courier New" panose="02070309020205020404" pitchFamily="49" charset="0"/>
              </a:rPr>
              <a:t>docker service ps fun</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rm –f &lt;service_container_name&gt;</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service inspect fun</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service rm fun</a:t>
            </a:r>
          </a:p>
          <a:p>
            <a:endParaRPr lang="en-US" sz="1200" i="1" dirty="0">
              <a:solidFill>
                <a:srgbClr val="000000"/>
              </a:solidFill>
              <a:latin typeface="Courier New" panose="02070309020205020404" pitchFamily="49" charset="0"/>
              <a:cs typeface="Courier New" panose="02070309020205020404" pitchFamily="49" charset="0"/>
            </a:endParaRPr>
          </a:p>
          <a:p>
            <a:endParaRPr lang="en-US" sz="1600" i="1" dirty="0">
              <a:solidFill>
                <a:srgbClr val="000000"/>
              </a:solidFill>
              <a:latin typeface="Courier New" panose="02070309020205020404" pitchFamily="49" charset="0"/>
              <a:cs typeface="Courier New" panose="02070309020205020404" pitchFamily="49" charset="0"/>
            </a:endParaRPr>
          </a:p>
          <a:p>
            <a:endParaRPr lang="en-US" sz="1600" i="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828877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Docker Stack</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IN" sz="2000" dirty="0"/>
              <a:t>A stack is a group of interrelated services that share dependencies and can be orchestrated and scaled together.</a:t>
            </a:r>
            <a:endParaRPr lang="en-IN" sz="2000" dirty="0">
              <a:solidFill>
                <a:srgbClr val="000000"/>
              </a:solidFill>
              <a:cs typeface="Calibri" panose="020F0502020204030204" pitchFamily="34" charset="0"/>
            </a:endParaRPr>
          </a:p>
          <a:p>
            <a:r>
              <a:rPr lang="en-IN" sz="2000" dirty="0">
                <a:solidFill>
                  <a:srgbClr val="000000"/>
                </a:solidFill>
                <a:cs typeface="Calibri" panose="020F0502020204030204" pitchFamily="34" charset="0"/>
              </a:rPr>
              <a:t>We can make use of docker compose here to run multiple services.</a:t>
            </a:r>
          </a:p>
          <a:p>
            <a:endParaRPr lang="en-IN" sz="2400" dirty="0">
              <a:solidFill>
                <a:srgbClr val="000000"/>
              </a:solidFill>
              <a:latin typeface="Aparajita" panose="02020603050405020304" pitchFamily="18" charset="0"/>
              <a:cs typeface="Aparajita" panose="02020603050405020304" pitchFamily="18" charset="0"/>
            </a:endParaRPr>
          </a:p>
          <a:p>
            <a:r>
              <a:rPr lang="en-US" sz="2000" u="sng" dirty="0">
                <a:solidFill>
                  <a:srgbClr val="000000"/>
                </a:solidFill>
              </a:rPr>
              <a:t>Commands to work with Docker Stack:</a:t>
            </a:r>
          </a:p>
          <a:p>
            <a:endParaRPr lang="en-US" sz="1600" u="sng" dirty="0">
              <a:solidFill>
                <a:srgbClr val="000000"/>
              </a:solidFill>
            </a:endParaRPr>
          </a:p>
          <a:p>
            <a:r>
              <a:rPr lang="pt-BR" sz="1600" dirty="0">
                <a:solidFill>
                  <a:srgbClr val="000000"/>
                </a:solidFill>
                <a:latin typeface="Courier New" panose="02070309020205020404" pitchFamily="49" charset="0"/>
                <a:cs typeface="Courier New" panose="02070309020205020404" pitchFamily="49" charset="0"/>
              </a:rPr>
              <a:t>~ sudo </a:t>
            </a:r>
            <a:r>
              <a:rPr lang="en-IN" sz="1600" dirty="0">
                <a:solidFill>
                  <a:srgbClr val="000000"/>
                </a:solidFill>
                <a:latin typeface="Courier New" panose="02070309020205020404" pitchFamily="49" charset="0"/>
                <a:cs typeface="Courier New" panose="02070309020205020404" pitchFamily="49" charset="0"/>
              </a:rPr>
              <a:t>docker stack deploy –c docker-compose.yml &lt;stack_name&gt;</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service scale &lt;service_name&gt;=3</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stack services &lt;stack_name&gt;   </a:t>
            </a:r>
            <a:r>
              <a:rPr lang="en-IN" sz="1600" b="1" i="1" dirty="0">
                <a:solidFill>
                  <a:srgbClr val="000000"/>
                </a:solidFill>
                <a:latin typeface="Courier New" panose="02070309020205020404" pitchFamily="49" charset="0"/>
                <a:cs typeface="Courier New" panose="02070309020205020404" pitchFamily="49" charset="0"/>
              </a:rPr>
              <a:t>(To see stack specific services)</a:t>
            </a:r>
          </a:p>
          <a:p>
            <a:endParaRPr lang="en-IN" sz="1600" b="1"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node update –-availability drain &lt;node_id&gt;</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node update –-availability active &lt;node_id&gt;</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service update –-image mysql:latest &lt;service_id&gt;</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sudo docker stack rm &lt;stack_name&gt;</a:t>
            </a:r>
            <a:endParaRPr lang="en-US" sz="1600" i="1" dirty="0">
              <a:solidFill>
                <a:srgbClr val="000000"/>
              </a:solidFill>
              <a:latin typeface="Courier New" panose="02070309020205020404" pitchFamily="49" charset="0"/>
              <a:cs typeface="Courier New" panose="02070309020205020404" pitchFamily="49" charset="0"/>
            </a:endParaRPr>
          </a:p>
          <a:p>
            <a:endParaRPr lang="en-US" sz="1600" i="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1862274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AWS ECR</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IN" sz="2000" dirty="0">
                <a:solidFill>
                  <a:srgbClr val="000000"/>
                </a:solidFill>
                <a:cs typeface="Calibri" panose="020F0502020204030204" pitchFamily="34" charset="0"/>
              </a:rPr>
              <a:t>Amazon Elastic Container Registry (ECR) is a fully managed Docker container registry that makes it easy to store, share, and deploy container images. Once docker client has been authorised it can push and pull to and from the ECR. </a:t>
            </a:r>
          </a:p>
          <a:p>
            <a:r>
              <a:rPr lang="en-IN" sz="2000" dirty="0">
                <a:solidFill>
                  <a:srgbClr val="000000"/>
                </a:solidFill>
                <a:cs typeface="Calibri" panose="020F0502020204030204" pitchFamily="34" charset="0"/>
              </a:rPr>
              <a:t>It is useful in a scenario when you don’t want to manage dedicated storage for images and want to use other AWS services that make use of it.</a:t>
            </a:r>
          </a:p>
        </p:txBody>
      </p:sp>
      <p:pic>
        <p:nvPicPr>
          <p:cNvPr id="3" name="Picture 2">
            <a:extLst>
              <a:ext uri="{FF2B5EF4-FFF2-40B4-BE49-F238E27FC236}">
                <a16:creationId xmlns:a16="http://schemas.microsoft.com/office/drawing/2014/main" id="{710C9E46-03CE-477D-A234-9F8C8E0AE577}"/>
              </a:ext>
            </a:extLst>
          </p:cNvPr>
          <p:cNvPicPr>
            <a:picLocks noChangeAspect="1"/>
          </p:cNvPicPr>
          <p:nvPr/>
        </p:nvPicPr>
        <p:blipFill>
          <a:blip r:embed="rId4"/>
          <a:stretch>
            <a:fillRect/>
          </a:stretch>
        </p:blipFill>
        <p:spPr>
          <a:xfrm>
            <a:off x="3789088" y="2847489"/>
            <a:ext cx="4553330" cy="3410797"/>
          </a:xfrm>
          <a:prstGeom prst="rect">
            <a:avLst/>
          </a:prstGeom>
        </p:spPr>
      </p:pic>
    </p:spTree>
    <p:extLst>
      <p:ext uri="{BB962C8B-B14F-4D97-AF65-F5344CB8AC3E}">
        <p14:creationId xmlns:p14="http://schemas.microsoft.com/office/powerpoint/2010/main" val="28052650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AWS ECR Commands</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3" y="987101"/>
            <a:ext cx="11220861" cy="5741876"/>
          </a:xfrm>
          <a:prstGeom prst="rect">
            <a:avLst/>
          </a:prstGeom>
        </p:spPr>
        <p:txBody>
          <a:bodyPr wrap="square" lIns="0" tIns="16224" rIns="0" bIns="0" rtlCol="0">
            <a:noAutofit/>
          </a:bodyPr>
          <a:lstStyle/>
          <a:p>
            <a:r>
              <a:rPr lang="en-US" sz="2000" u="sng" dirty="0">
                <a:solidFill>
                  <a:srgbClr val="000000"/>
                </a:solidFill>
              </a:rPr>
              <a:t>Commands to work with AWS ECR:</a:t>
            </a:r>
          </a:p>
          <a:p>
            <a:endParaRPr lang="en-US" sz="1600" u="sng" dirty="0">
              <a:solidFill>
                <a:srgbClr val="000000"/>
              </a:solidFill>
            </a:endParaRPr>
          </a:p>
          <a:p>
            <a:pPr marL="342900" indent="-342900">
              <a:buAutoNum type="arabicPeriod"/>
            </a:pPr>
            <a:r>
              <a:rPr lang="en-US" sz="1600" b="1" dirty="0">
                <a:solidFill>
                  <a:srgbClr val="000000"/>
                </a:solidFill>
              </a:rPr>
              <a:t>Login </a:t>
            </a:r>
          </a:p>
          <a:p>
            <a:endParaRPr lang="en-US" sz="1600" dirty="0">
              <a:solidFill>
                <a:srgbClr val="000000"/>
              </a:solidFill>
            </a:endParaRPr>
          </a:p>
          <a:p>
            <a:r>
              <a:rPr lang="pt-BR" sz="1600" dirty="0">
                <a:solidFill>
                  <a:srgbClr val="000000"/>
                </a:solidFill>
                <a:latin typeface="Courier New" panose="02070309020205020404" pitchFamily="49" charset="0"/>
                <a:cs typeface="Courier New" panose="02070309020205020404" pitchFamily="49" charset="0"/>
              </a:rPr>
              <a:t>~ sudo </a:t>
            </a:r>
            <a:r>
              <a:rPr lang="en-IN" sz="1600" dirty="0">
                <a:solidFill>
                  <a:srgbClr val="000000"/>
                </a:solidFill>
                <a:latin typeface="Courier New" panose="02070309020205020404" pitchFamily="49" charset="0"/>
                <a:cs typeface="Courier New" panose="02070309020205020404" pitchFamily="49" charset="0"/>
              </a:rPr>
              <a:t>aws ecr get-login-password --region ap-south-1 | docker login --username AWS –</a:t>
            </a:r>
          </a:p>
          <a:p>
            <a:r>
              <a:rPr lang="en-IN" sz="1600" dirty="0">
                <a:solidFill>
                  <a:srgbClr val="000000"/>
                </a:solidFill>
                <a:latin typeface="Courier New" panose="02070309020205020404" pitchFamily="49" charset="0"/>
                <a:cs typeface="Courier New" panose="02070309020205020404" pitchFamily="49" charset="0"/>
              </a:rPr>
              <a:t>  password-stdin 658256467033.dkr.ecr.ap-south-1.amazonaws.com</a:t>
            </a:r>
          </a:p>
          <a:p>
            <a:endParaRPr lang="en-IN" sz="1600" dirty="0">
              <a:solidFill>
                <a:srgbClr val="000000"/>
              </a:solidFill>
            </a:endParaRPr>
          </a:p>
          <a:p>
            <a:r>
              <a:rPr lang="en-IN" sz="1600" b="1" dirty="0">
                <a:solidFill>
                  <a:srgbClr val="000000"/>
                </a:solidFill>
              </a:rPr>
              <a:t>2. Build your docker image.</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docker build -t study .</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b="1" dirty="0">
                <a:solidFill>
                  <a:srgbClr val="000000"/>
                </a:solidFill>
              </a:rPr>
              <a:t>3. Tag your docker image </a:t>
            </a:r>
          </a:p>
          <a:p>
            <a:endParaRPr lang="en-IN" sz="1600" i="1" dirty="0">
              <a:solidFill>
                <a:srgbClr val="000000"/>
              </a:solidFill>
              <a:latin typeface="Courier New" panose="02070309020205020404" pitchFamily="49" charset="0"/>
              <a:cs typeface="Courier New" panose="02070309020205020404" pitchFamily="49" charset="0"/>
            </a:endParaRPr>
          </a:p>
          <a:p>
            <a:r>
              <a:rPr lang="en-IN" sz="1600" i="1" dirty="0">
                <a:solidFill>
                  <a:srgbClr val="000000"/>
                </a:solidFill>
                <a:latin typeface="Courier New" panose="02070309020205020404" pitchFamily="49" charset="0"/>
                <a:cs typeface="Courier New" panose="02070309020205020404" pitchFamily="49" charset="0"/>
              </a:rPr>
              <a:t>~ docker tag study:latest 658256467033.dkr.ecr.ap-south-1.amazonaws.com/study:latest</a:t>
            </a:r>
            <a:endParaRPr lang="en-US" sz="1200" i="1" dirty="0">
              <a:solidFill>
                <a:srgbClr val="000000"/>
              </a:solidFill>
              <a:latin typeface="Courier New" panose="02070309020205020404" pitchFamily="49" charset="0"/>
              <a:cs typeface="Courier New" panose="02070309020205020404" pitchFamily="49" charset="0"/>
            </a:endParaRP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b="1" dirty="0">
                <a:solidFill>
                  <a:srgbClr val="000000"/>
                </a:solidFill>
              </a:rPr>
              <a:t>4. Push image in AWS ECR.</a:t>
            </a:r>
          </a:p>
          <a:p>
            <a:endParaRPr lang="en-US" sz="1600" i="1" dirty="0">
              <a:solidFill>
                <a:srgbClr val="000000"/>
              </a:solidFill>
              <a:latin typeface="Courier New" panose="02070309020205020404" pitchFamily="49" charset="0"/>
              <a:cs typeface="Courier New" panose="02070309020205020404" pitchFamily="49" charset="0"/>
            </a:endParaRPr>
          </a:p>
          <a:p>
            <a:r>
              <a:rPr lang="en-US" sz="1600" i="1" dirty="0">
                <a:solidFill>
                  <a:srgbClr val="000000"/>
                </a:solidFill>
                <a:latin typeface="Courier New" panose="02070309020205020404" pitchFamily="49" charset="0"/>
                <a:cs typeface="Courier New" panose="02070309020205020404" pitchFamily="49" charset="0"/>
              </a:rPr>
              <a:t>~ sudo docker push 658256467033.dkr.ecr.ap-south-1.amazonaws.com/study:latest</a:t>
            </a:r>
          </a:p>
          <a:p>
            <a:endParaRPr lang="en-US" sz="1600" i="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9565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AWS ECS</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4" y="987101"/>
            <a:ext cx="10489342" cy="5741876"/>
          </a:xfrm>
          <a:prstGeom prst="rect">
            <a:avLst/>
          </a:prstGeom>
        </p:spPr>
        <p:txBody>
          <a:bodyPr wrap="square" lIns="0" tIns="16224" rIns="0" bIns="0" rtlCol="0">
            <a:noAutofit/>
          </a:bodyPr>
          <a:lstStyle/>
          <a:p>
            <a:r>
              <a:rPr lang="en-IN" sz="2000" dirty="0">
                <a:solidFill>
                  <a:srgbClr val="000000"/>
                </a:solidFill>
                <a:cs typeface="Calibri" panose="020F0502020204030204" pitchFamily="34" charset="0"/>
              </a:rPr>
              <a:t>Amazon Elastic Container Service (ECS) is an AWS service that allows us to orchestrate our software deployment. It acts like any other orchestration tool like Kubernetes or Docker Swarm. It allows us to deploy, update, rollback, scale up our software development.</a:t>
            </a:r>
          </a:p>
        </p:txBody>
      </p:sp>
      <p:pic>
        <p:nvPicPr>
          <p:cNvPr id="2" name="Picture 1">
            <a:extLst>
              <a:ext uri="{FF2B5EF4-FFF2-40B4-BE49-F238E27FC236}">
                <a16:creationId xmlns:a16="http://schemas.microsoft.com/office/drawing/2014/main" id="{7E06902F-29E5-4A79-923B-D185FB438480}"/>
              </a:ext>
            </a:extLst>
          </p:cNvPr>
          <p:cNvPicPr>
            <a:picLocks noChangeAspect="1"/>
          </p:cNvPicPr>
          <p:nvPr/>
        </p:nvPicPr>
        <p:blipFill>
          <a:blip r:embed="rId4"/>
          <a:stretch>
            <a:fillRect/>
          </a:stretch>
        </p:blipFill>
        <p:spPr>
          <a:xfrm>
            <a:off x="3890815" y="2789079"/>
            <a:ext cx="3444387" cy="3081820"/>
          </a:xfrm>
          <a:prstGeom prst="rect">
            <a:avLst/>
          </a:prstGeom>
        </p:spPr>
      </p:pic>
    </p:spTree>
    <p:extLst>
      <p:ext uri="{BB962C8B-B14F-4D97-AF65-F5344CB8AC3E}">
        <p14:creationId xmlns:p14="http://schemas.microsoft.com/office/powerpoint/2010/main" val="42881195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object 5">
            <a:extLst>
              <a:ext uri="{FF2B5EF4-FFF2-40B4-BE49-F238E27FC236}">
                <a16:creationId xmlns:a16="http://schemas.microsoft.com/office/drawing/2014/main" id="{A94C550B-F7E2-4AD4-A4ED-EED4A2CB856A}"/>
              </a:ext>
            </a:extLst>
          </p:cNvPr>
          <p:cNvSpPr/>
          <p:nvPr/>
        </p:nvSpPr>
        <p:spPr>
          <a:xfrm>
            <a:off x="429261" y="599714"/>
            <a:ext cx="9784080" cy="45720"/>
          </a:xfrm>
          <a:prstGeom prst="rect">
            <a:avLst/>
          </a:prstGeom>
          <a:blipFill>
            <a:blip r:embed="rId3"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19" name="object 4">
            <a:extLst>
              <a:ext uri="{FF2B5EF4-FFF2-40B4-BE49-F238E27FC236}">
                <a16:creationId xmlns:a16="http://schemas.microsoft.com/office/drawing/2014/main" id="{2CAB3FDE-D9B1-44A9-8757-B489A1BB8548}"/>
              </a:ext>
            </a:extLst>
          </p:cNvPr>
          <p:cNvSpPr txBox="1"/>
          <p:nvPr/>
        </p:nvSpPr>
        <p:spPr>
          <a:xfrm>
            <a:off x="455323" y="129023"/>
            <a:ext cx="5157686" cy="470691"/>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r>
              <a:rPr lang="en-IN" sz="2400" b="1" spc="-1" dirty="0">
                <a:solidFill>
                  <a:srgbClr val="004282"/>
                </a:solidFill>
                <a:latin typeface="Arial"/>
                <a:cs typeface="Arial"/>
              </a:rPr>
              <a:t>AWS ECS</a:t>
            </a:r>
            <a:endParaRPr lang="en-IN" sz="2400" dirty="0">
              <a:solidFill>
                <a:prstClr val="black"/>
              </a:solidFill>
              <a:latin typeface="Arial"/>
              <a:cs typeface="Arial"/>
            </a:endParaRPr>
          </a:p>
        </p:txBody>
      </p:sp>
      <p:sp>
        <p:nvSpPr>
          <p:cNvPr id="5" name="object 2">
            <a:extLst>
              <a:ext uri="{FF2B5EF4-FFF2-40B4-BE49-F238E27FC236}">
                <a16:creationId xmlns:a16="http://schemas.microsoft.com/office/drawing/2014/main" id="{D1898F73-542C-4B04-88F8-85BF30ABD17C}"/>
              </a:ext>
            </a:extLst>
          </p:cNvPr>
          <p:cNvSpPr txBox="1"/>
          <p:nvPr/>
        </p:nvSpPr>
        <p:spPr>
          <a:xfrm>
            <a:off x="455324" y="987101"/>
            <a:ext cx="10489342" cy="5741876"/>
          </a:xfrm>
          <a:prstGeom prst="rect">
            <a:avLst/>
          </a:prstGeom>
        </p:spPr>
        <p:txBody>
          <a:bodyPr wrap="square" lIns="0" tIns="16224" rIns="0" bIns="0" rtlCol="0">
            <a:noAutofit/>
          </a:bodyPr>
          <a:lstStyle/>
          <a:p>
            <a:endParaRPr lang="en-IN" sz="2000" dirty="0">
              <a:solidFill>
                <a:srgbClr val="000000"/>
              </a:solidFill>
              <a:cs typeface="Calibri" panose="020F0502020204030204" pitchFamily="34" charset="0"/>
            </a:endParaRPr>
          </a:p>
        </p:txBody>
      </p:sp>
      <p:pic>
        <p:nvPicPr>
          <p:cNvPr id="3" name="Picture 2">
            <a:extLst>
              <a:ext uri="{FF2B5EF4-FFF2-40B4-BE49-F238E27FC236}">
                <a16:creationId xmlns:a16="http://schemas.microsoft.com/office/drawing/2014/main" id="{7BEB7F76-224E-4EEA-ADAE-48D3D38C8749}"/>
              </a:ext>
            </a:extLst>
          </p:cNvPr>
          <p:cNvPicPr>
            <a:picLocks noChangeAspect="1"/>
          </p:cNvPicPr>
          <p:nvPr/>
        </p:nvPicPr>
        <p:blipFill>
          <a:blip r:embed="rId4"/>
          <a:stretch>
            <a:fillRect/>
          </a:stretch>
        </p:blipFill>
        <p:spPr>
          <a:xfrm>
            <a:off x="1247334" y="874534"/>
            <a:ext cx="9056833" cy="1962517"/>
          </a:xfrm>
          <a:prstGeom prst="rect">
            <a:avLst/>
          </a:prstGeom>
        </p:spPr>
      </p:pic>
      <p:pic>
        <p:nvPicPr>
          <p:cNvPr id="6" name="Picture 5">
            <a:extLst>
              <a:ext uri="{FF2B5EF4-FFF2-40B4-BE49-F238E27FC236}">
                <a16:creationId xmlns:a16="http://schemas.microsoft.com/office/drawing/2014/main" id="{1CDCC317-1988-4A56-8DE2-5B285D084D2B}"/>
              </a:ext>
            </a:extLst>
          </p:cNvPr>
          <p:cNvPicPr>
            <a:picLocks noChangeAspect="1"/>
          </p:cNvPicPr>
          <p:nvPr/>
        </p:nvPicPr>
        <p:blipFill>
          <a:blip r:embed="rId5"/>
          <a:stretch>
            <a:fillRect/>
          </a:stretch>
        </p:blipFill>
        <p:spPr>
          <a:xfrm>
            <a:off x="1247334" y="3210707"/>
            <a:ext cx="9056833" cy="3630837"/>
          </a:xfrm>
          <a:prstGeom prst="rect">
            <a:avLst/>
          </a:prstGeom>
        </p:spPr>
      </p:pic>
    </p:spTree>
    <p:extLst>
      <p:ext uri="{BB962C8B-B14F-4D97-AF65-F5344CB8AC3E}">
        <p14:creationId xmlns:p14="http://schemas.microsoft.com/office/powerpoint/2010/main" val="2913751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95">
            <a:extLst>
              <a:ext uri="{FF2B5EF4-FFF2-40B4-BE49-F238E27FC236}">
                <a16:creationId xmlns:a16="http://schemas.microsoft.com/office/drawing/2014/main" id="{B54295EC-3B78-4A8A-B115-BD30905FC011}"/>
              </a:ext>
            </a:extLst>
          </p:cNvPr>
          <p:cNvSpPr/>
          <p:nvPr/>
        </p:nvSpPr>
        <p:spPr>
          <a:xfrm>
            <a:off x="821496" y="3669716"/>
            <a:ext cx="9784080" cy="45720"/>
          </a:xfrm>
          <a:prstGeom prst="rect">
            <a:avLst/>
          </a:prstGeom>
          <a:blipFill>
            <a:blip r:embed="rId2" cstate="print"/>
            <a:stretch>
              <a:fillRect/>
            </a:stretch>
          </a:blipFill>
        </p:spPr>
        <p:txBody>
          <a:bodyPr wrap="square" lIns="0" tIns="0" rIns="0" bIns="0"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sp>
        <p:nvSpPr>
          <p:cNvPr id="3" name="object 15">
            <a:extLst>
              <a:ext uri="{FF2B5EF4-FFF2-40B4-BE49-F238E27FC236}">
                <a16:creationId xmlns:a16="http://schemas.microsoft.com/office/drawing/2014/main" id="{F910F1DE-8BA5-4C09-8947-96234306291C}"/>
              </a:ext>
            </a:extLst>
          </p:cNvPr>
          <p:cNvSpPr txBox="1"/>
          <p:nvPr/>
        </p:nvSpPr>
        <p:spPr>
          <a:xfrm>
            <a:off x="448847" y="156122"/>
            <a:ext cx="6092629" cy="478490"/>
          </a:xfrm>
          <a:prstGeom prst="rect">
            <a:avLst/>
          </a:prstGeom>
        </p:spPr>
        <p:txBody>
          <a:bodyPr wrap="square" lIns="0" tIns="16224" rIns="0" bIns="0" rtlCol="0">
            <a:noAutofit/>
          </a:bodyPr>
          <a:lstStyle/>
          <a:p>
            <a:pPr marL="12700" lvl="0" defTabSz="457200" eaLnBrk="1" fontAlgn="auto" hangingPunct="1">
              <a:lnSpc>
                <a:spcPts val="2555"/>
              </a:lnSpc>
              <a:spcBef>
                <a:spcPts val="0"/>
              </a:spcBef>
              <a:spcAft>
                <a:spcPts val="0"/>
              </a:spcAft>
              <a:defRPr/>
            </a:pPr>
            <a:endParaRPr lang="en-IN" sz="2400" dirty="0">
              <a:solidFill>
                <a:prstClr val="black"/>
              </a:solidFill>
              <a:latin typeface="Arial" panose="020B0604020202020204" pitchFamily="34" charset="0"/>
            </a:endParaRPr>
          </a:p>
        </p:txBody>
      </p:sp>
      <p:sp>
        <p:nvSpPr>
          <p:cNvPr id="4" name="TextBox 3">
            <a:extLst>
              <a:ext uri="{FF2B5EF4-FFF2-40B4-BE49-F238E27FC236}">
                <a16:creationId xmlns:a16="http://schemas.microsoft.com/office/drawing/2014/main" id="{33DEAA68-3306-4522-B3A7-C4099824E57A}"/>
              </a:ext>
            </a:extLst>
          </p:cNvPr>
          <p:cNvSpPr txBox="1"/>
          <p:nvPr/>
        </p:nvSpPr>
        <p:spPr>
          <a:xfrm>
            <a:off x="666752" y="3198167"/>
            <a:ext cx="1914755" cy="461665"/>
          </a:xfrm>
          <a:prstGeom prst="rect">
            <a:avLst/>
          </a:prstGeom>
          <a:noFill/>
        </p:spPr>
        <p:txBody>
          <a:bodyPr wrap="none" rtlCol="0">
            <a:spAutoFit/>
          </a:bodyPr>
          <a:lstStyle/>
          <a:p>
            <a:r>
              <a:rPr lang="en-IN" sz="2400" b="1" dirty="0">
                <a:solidFill>
                  <a:schemeClr val="accent6">
                    <a:lumMod val="75000"/>
                  </a:schemeClr>
                </a:solidFill>
                <a:latin typeface="Arial" panose="020B0604020202020204" pitchFamily="34" charset="0"/>
              </a:rPr>
              <a:t>Thank You !</a:t>
            </a:r>
          </a:p>
        </p:txBody>
      </p:sp>
    </p:spTree>
    <p:extLst>
      <p:ext uri="{BB962C8B-B14F-4D97-AF65-F5344CB8AC3E}">
        <p14:creationId xmlns:p14="http://schemas.microsoft.com/office/powerpoint/2010/main" val="326068172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von">
  <a:themeElements>
    <a:clrScheme name="Savon">
      <a:dk1>
        <a:sysClr val="windowText" lastClr="000000"/>
      </a:dk1>
      <a:lt1>
        <a:sysClr val="window" lastClr="FFFFFF"/>
      </a:lt1>
      <a:dk2>
        <a:srgbClr val="373545"/>
      </a:dk2>
      <a:lt2>
        <a:srgbClr val="BCD0E0"/>
      </a:lt2>
      <a:accent1>
        <a:srgbClr val="3494BA"/>
      </a:accent1>
      <a:accent2>
        <a:srgbClr val="58B6C0"/>
      </a:accent2>
      <a:accent3>
        <a:srgbClr val="75BDA7"/>
      </a:accent3>
      <a:accent4>
        <a:srgbClr val="7A8C8E"/>
      </a:accent4>
      <a:accent5>
        <a:srgbClr val="84ACB6"/>
      </a:accent5>
      <a:accent6>
        <a:srgbClr val="6793CD"/>
      </a:accent6>
      <a:hlink>
        <a:srgbClr val="6B9F25"/>
      </a:hlink>
      <a:folHlink>
        <a:srgbClr val="9F6715"/>
      </a:folHlink>
    </a:clrScheme>
    <a:fontScheme name="Savon">
      <a:majorFont>
        <a:latin typeface="Century Gothic"/>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913DB040-6816-4415-960D-8178C78575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F60485A86D6E945B0DE8EE8506DAC62" ma:contentTypeVersion="12" ma:contentTypeDescription="Create a new document." ma:contentTypeScope="" ma:versionID="a3ba1d3c448962d8a7304c03e6365536">
  <xsd:schema xmlns:xsd="http://www.w3.org/2001/XMLSchema" xmlns:xs="http://www.w3.org/2001/XMLSchema" xmlns:p="http://schemas.microsoft.com/office/2006/metadata/properties" xmlns:ns3="8f762557-e92d-48c5-a1e9-2e1ae49911c9" xmlns:ns4="9618bf2c-f524-416d-9ddc-e9ab10641669" targetNamespace="http://schemas.microsoft.com/office/2006/metadata/properties" ma:root="true" ma:fieldsID="73f26707b70974e9febd0829e12fbdfc" ns3:_="" ns4:_="">
    <xsd:import namespace="8f762557-e92d-48c5-a1e9-2e1ae49911c9"/>
    <xsd:import namespace="9618bf2c-f524-416d-9ddc-e9ab10641669"/>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f762557-e92d-48c5-a1e9-2e1ae4991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618bf2c-f524-416d-9ddc-e9ab10641669"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2F91192-B026-43EB-8BFD-6B3E1D8ED4CE}">
  <ds:schemaRefs>
    <ds:schemaRef ds:uri="http://purl.org/dc/terms/"/>
    <ds:schemaRef ds:uri="8f762557-e92d-48c5-a1e9-2e1ae49911c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schemas.microsoft.com/office/2006/metadata/properties"/>
    <ds:schemaRef ds:uri="9618bf2c-f524-416d-9ddc-e9ab10641669"/>
    <ds:schemaRef ds:uri="http://www.w3.org/XML/1998/namespace"/>
    <ds:schemaRef ds:uri="http://purl.org/dc/dcmitype/"/>
  </ds:schemaRefs>
</ds:datastoreItem>
</file>

<file path=customXml/itemProps2.xml><?xml version="1.0" encoding="utf-8"?>
<ds:datastoreItem xmlns:ds="http://schemas.openxmlformats.org/officeDocument/2006/customXml" ds:itemID="{C75BD6EB-5C72-4651-A510-8915F7022125}">
  <ds:schemaRefs>
    <ds:schemaRef ds:uri="http://schemas.microsoft.com/sharepoint/v3/contenttype/forms"/>
  </ds:schemaRefs>
</ds:datastoreItem>
</file>

<file path=customXml/itemProps3.xml><?xml version="1.0" encoding="utf-8"?>
<ds:datastoreItem xmlns:ds="http://schemas.openxmlformats.org/officeDocument/2006/customXml" ds:itemID="{C7EB8BB0-83E9-438D-BDDD-5648298095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f762557-e92d-48c5-a1e9-2e1ae49911c9"/>
    <ds:schemaRef ds:uri="9618bf2c-f524-416d-9ddc-e9ab106416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4026</TotalTime>
  <Words>744</Words>
  <Application>Microsoft Office PowerPoint</Application>
  <PresentationFormat>Widescreen</PresentationFormat>
  <Paragraphs>132</Paragraphs>
  <Slides>18</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Aparajita</vt:lpstr>
      <vt:lpstr>Arial</vt:lpstr>
      <vt:lpstr>Calibri</vt:lpstr>
      <vt:lpstr>Century Gothic</vt:lpstr>
      <vt:lpstr>Courier New</vt:lpstr>
      <vt:lpstr>Savon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Angad Wagh</dc:creator>
  <cp:lastModifiedBy>Angad Wagh</cp:lastModifiedBy>
  <cp:revision>489</cp:revision>
  <dcterms:created xsi:type="dcterms:W3CDTF">2022-07-11T16:43:42Z</dcterms:created>
  <dcterms:modified xsi:type="dcterms:W3CDTF">2023-07-12T12:00:49Z</dcterms:modified>
</cp:coreProperties>
</file>

<file path=docProps/custom.xml><?xml version="1.0" encoding="utf-8"?>
<Properties xmlns:vt="http://schemas.openxmlformats.org/officeDocument/2006/docPropsVTypes" xmlns="http://schemas.openxmlformats.org/officeDocument/2006/custom-properties">
  <property fmtid="{D5CDD505-2E9C-101B-9397-08002B2CF9AE}" pid="2" name="MSIP_Label_a8c544ca-bb84-4280-906e-934547e1d30c_Enabled">
    <vt:lpwstr>True</vt:lpwstr>
  </property>
  <property fmtid="{D5CDD505-2E9C-101B-9397-08002B2CF9AE}" pid="3" name="MSIP_Label_a8c544ca-bb84-4280-906e-934547e1d30c_SiteId">
    <vt:lpwstr>258ac4e4-146a-411e-9dc8-79a9e12fd6da</vt:lpwstr>
  </property>
  <property fmtid="{D5CDD505-2E9C-101B-9397-08002B2CF9AE}" pid="4" name="MSIP_Label_a8c544ca-bb84-4280-906e-934547e1d30c_SetDate">
    <vt:lpwstr>2025-07-23T11:34:30Z</vt:lpwstr>
  </property>
  <property fmtid="{D5CDD505-2E9C-101B-9397-08002B2CF9AE}" pid="5" name="MSIP_Label_a8c544ca-bb84-4280-906e-934547e1d30c_Name">
    <vt:lpwstr>Internal - General Use</vt:lpwstr>
  </property>
  <property fmtid="{D5CDD505-2E9C-101B-9397-08002B2CF9AE}" pid="6" name="MSIP_Label_a8c544ca-bb84-4280-906e-934547e1d30c_ActionId">
    <vt:lpwstr>aeeb4b7c-bccf-4da8-9590-a16a54546b56</vt:lpwstr>
  </property>
  <property fmtid="{D5CDD505-2E9C-101B-9397-08002B2CF9AE}" pid="7" name="MSIP_Label_a8c544ca-bb84-4280-906e-934547e1d30c_Removed">
    <vt:lpwstr>False</vt:lpwstr>
  </property>
  <property fmtid="{D5CDD505-2E9C-101B-9397-08002B2CF9AE}" pid="8" name="MSIP_Label_a8c544ca-bb84-4280-906e-934547e1d30c_Extended_MSFT_Method">
    <vt:lpwstr>Standard</vt:lpwstr>
  </property>
  <property fmtid="{D5CDD505-2E9C-101B-9397-08002B2CF9AE}" pid="9" name="Sensitivity">
    <vt:lpwstr>Internal - General Use</vt:lpwstr>
  </property>
</Properties>
</file>