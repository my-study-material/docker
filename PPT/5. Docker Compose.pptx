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8314" r:id="rId4"/>
  </p:sldMasterIdLst>
  <p:notesMasterIdLst>
    <p:notesMasterId r:id="rId11"/>
  </p:notesMasterIdLst>
  <p:sldIdLst>
    <p:sldId id="336" r:id="rId5"/>
    <p:sldId id="401" r:id="rId6"/>
    <p:sldId id="402" r:id="rId7"/>
    <p:sldId id="392" r:id="rId8"/>
    <p:sldId id="403" r:id="rId9"/>
    <p:sldId id="359" r:id="rId10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jesh Patil" initials="RP" lastIdx="1" clrIdx="0">
    <p:extLst>
      <p:ext uri="{19B8F6BF-5375-455C-9EA6-DF929625EA0E}">
        <p15:presenceInfo xmlns:p15="http://schemas.microsoft.com/office/powerpoint/2012/main" userId="S::rajeshpatil@orientindia.net::2484323d-d543-469f-8967-efa59c9c78b1" providerId="AD"/>
      </p:ext>
    </p:extLst>
  </p:cmAuthor>
  <p:cmAuthor id="2" name="Angad Wagh" initials="AW" lastIdx="1" clrIdx="1">
    <p:extLst>
      <p:ext uri="{19B8F6BF-5375-455C-9EA6-DF929625EA0E}">
        <p15:presenceInfo xmlns:p15="http://schemas.microsoft.com/office/powerpoint/2012/main" userId="S::angadwagh@orientindia.net::60813458-2ee0-4c15-9be4-84755786556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29" autoAdjust="0"/>
    <p:restoredTop sz="93878" autoAdjust="0"/>
  </p:normalViewPr>
  <p:slideViewPr>
    <p:cSldViewPr snapToGrid="0">
      <p:cViewPr varScale="1">
        <p:scale>
          <a:sx n="68" d="100"/>
          <a:sy n="68" d="100"/>
        </p:scale>
        <p:origin x="876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fld id="{39BCF0EB-41F1-4287-9EDD-11AF6255FC0E}" type="datetimeFigureOut">
              <a:rPr lang="en-IN"/>
              <a:pPr>
                <a:defRPr/>
              </a:pPr>
              <a:t>05-01-2023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EFE970E-66EF-47DD-A751-C65AD8B91F92}" type="slidenum">
              <a:rPr lang="en-IN" altLang="en-US"/>
              <a:pPr/>
              <a:t>‹#›</a:t>
            </a:fld>
            <a:endParaRPr lang="en-IN" altLang="en-US" dirty="0"/>
          </a:p>
        </p:txBody>
      </p:sp>
    </p:spTree>
    <p:extLst>
      <p:ext uri="{BB962C8B-B14F-4D97-AF65-F5344CB8AC3E}">
        <p14:creationId xmlns:p14="http://schemas.microsoft.com/office/powerpoint/2010/main" val="111496094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FE970E-66EF-47DD-A751-C65AD8B91F92}" type="slidenum">
              <a:rPr lang="en-IN" altLang="en-US" smtClean="0"/>
              <a:pPr/>
              <a:t>1</a:t>
            </a:fld>
            <a:endParaRPr lang="en-IN" altLang="en-US" dirty="0"/>
          </a:p>
        </p:txBody>
      </p:sp>
    </p:spTree>
    <p:extLst>
      <p:ext uri="{BB962C8B-B14F-4D97-AF65-F5344CB8AC3E}">
        <p14:creationId xmlns:p14="http://schemas.microsoft.com/office/powerpoint/2010/main" val="22773534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EB80C5-D571-4575-9634-A6AFBC269CE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07150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EB80C5-D571-4575-9634-A6AFBC269CE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2626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12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68300" ty="203200" sx="64000" sy="64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</a:rPr>
              <a:t>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bg2"/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6AD6EE87-EBD5-4F12-A48A-63ACA297AC8F}" type="datetimeFigureOut">
              <a:rPr lang="en-US" smtClean="0"/>
              <a:t>1/5/2023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8492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1/5/2023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699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12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68300" ty="203200" sx="64000" sy="64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</a:rPr>
              <a:t>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bg2"/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bg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A61015F-7CC6-4D0A-9D87-873EA4C304CC}" type="datetimeFigureOut">
              <a:rPr lang="en-US" smtClean="0"/>
              <a:t>1/5/2023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299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1/5/2023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074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1/5/2023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043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1/5/2023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992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1/5/2023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6503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1/5/2023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9367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rgbClr val="969696"/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effectLst>
                  <a:outerShdw blurRad="12700" dist="381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C7616CA0-919D-4A49-9C8A-62FDFB3A5183}" type="datetimeFigureOut">
              <a:rPr lang="en-US" smtClean="0"/>
              <a:t>1/5/2023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 lang="en-US" sz="1000" kern="12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12700" dist="381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199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1/5/2023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15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1/5/2023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461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0298CD5-6C1E-4009-B41F-6DF62E31D3BE}" type="datetimeFigureOut">
              <a:rPr lang="en-US" smtClean="0"/>
              <a:pPr/>
              <a:t>1/5/2023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14667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</p:spTree>
    <p:extLst>
      <p:ext uri="{BB962C8B-B14F-4D97-AF65-F5344CB8AC3E}">
        <p14:creationId xmlns:p14="http://schemas.microsoft.com/office/powerpoint/2010/main" val="2652636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8315" r:id="rId1"/>
    <p:sldLayoutId id="2147488316" r:id="rId2"/>
    <p:sldLayoutId id="2147488317" r:id="rId3"/>
    <p:sldLayoutId id="2147488318" r:id="rId4"/>
    <p:sldLayoutId id="2147488319" r:id="rId5"/>
    <p:sldLayoutId id="2147488320" r:id="rId6"/>
    <p:sldLayoutId id="2147488321" r:id="rId7"/>
    <p:sldLayoutId id="2147488322" r:id="rId8"/>
    <p:sldLayoutId id="2147488323" r:id="rId9"/>
    <p:sldLayoutId id="2147488324" r:id="rId10"/>
    <p:sldLayoutId id="21474883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Logo">
            <a:extLst>
              <a:ext uri="{FF2B5EF4-FFF2-40B4-BE49-F238E27FC236}">
                <a16:creationId xmlns:a16="http://schemas.microsoft.com/office/drawing/2014/main" id="{F59600AD-534F-429F-99D6-A9CC0C8960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0D63FFA9-1074-41CD-9F61-37307A12AA72}"/>
              </a:ext>
            </a:extLst>
          </p:cNvPr>
          <p:cNvSpPr/>
          <p:nvPr/>
        </p:nvSpPr>
        <p:spPr>
          <a:xfrm>
            <a:off x="921631" y="3383280"/>
            <a:ext cx="9784080" cy="457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AC2E87EC-C7BB-4A8A-B0D3-736837E0731E}"/>
              </a:ext>
            </a:extLst>
          </p:cNvPr>
          <p:cNvSpPr txBox="1"/>
          <p:nvPr/>
        </p:nvSpPr>
        <p:spPr>
          <a:xfrm>
            <a:off x="921631" y="2929460"/>
            <a:ext cx="3383083" cy="45382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 marR="0" lvl="0" indent="0" algn="l" defTabSz="457200" rtl="0" eaLnBrk="1" fontAlgn="auto" latinLnBrk="0" hangingPunct="1">
              <a:lnSpc>
                <a:spcPts val="25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400" b="1" spc="-1" dirty="0">
                <a:solidFill>
                  <a:srgbClr val="004282"/>
                </a:solidFill>
                <a:latin typeface="Arial"/>
                <a:cs typeface="Arial"/>
              </a:rPr>
              <a:t>Docker Compose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94510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5">
            <a:extLst>
              <a:ext uri="{FF2B5EF4-FFF2-40B4-BE49-F238E27FC236}">
                <a16:creationId xmlns:a16="http://schemas.microsoft.com/office/drawing/2014/main" id="{A94C550B-F7E2-4AD4-A4ED-EED4A2CB856A}"/>
              </a:ext>
            </a:extLst>
          </p:cNvPr>
          <p:cNvSpPr/>
          <p:nvPr/>
        </p:nvSpPr>
        <p:spPr>
          <a:xfrm>
            <a:off x="429261" y="599714"/>
            <a:ext cx="9784080" cy="457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9" name="object 4">
            <a:extLst>
              <a:ext uri="{FF2B5EF4-FFF2-40B4-BE49-F238E27FC236}">
                <a16:creationId xmlns:a16="http://schemas.microsoft.com/office/drawing/2014/main" id="{2CAB3FDE-D9B1-44A9-8757-B489A1BB8548}"/>
              </a:ext>
            </a:extLst>
          </p:cNvPr>
          <p:cNvSpPr txBox="1"/>
          <p:nvPr/>
        </p:nvSpPr>
        <p:spPr>
          <a:xfrm>
            <a:off x="455323" y="129023"/>
            <a:ext cx="5157686" cy="470691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 defTabSz="457200" eaLnBrk="1" fontAlgn="auto" hangingPunct="1">
              <a:lnSpc>
                <a:spcPts val="255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b="1" spc="-1" dirty="0">
                <a:solidFill>
                  <a:srgbClr val="004282"/>
                </a:solidFill>
                <a:latin typeface="Arial"/>
                <a:cs typeface="Arial"/>
              </a:rPr>
              <a:t>Docker Compose</a:t>
            </a:r>
            <a:endParaRPr lang="en-IN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D1898F73-542C-4B04-88F8-85BF30ABD17C}"/>
              </a:ext>
            </a:extLst>
          </p:cNvPr>
          <p:cNvSpPr txBox="1"/>
          <p:nvPr/>
        </p:nvSpPr>
        <p:spPr>
          <a:xfrm>
            <a:off x="455323" y="987101"/>
            <a:ext cx="11220861" cy="5741876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For Now, let’s just understand that Docker Compose is just a Service within Docker that let’s us launch multiple containers at the same time.</a:t>
            </a:r>
          </a:p>
          <a:p>
            <a:endParaRPr lang="en-US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 i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dirty="0">
              <a:solidFill>
                <a:srgbClr val="0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B1766E-7898-4BA1-BC12-92FE103DA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2063" y="2119312"/>
            <a:ext cx="7620500" cy="33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002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5">
            <a:extLst>
              <a:ext uri="{FF2B5EF4-FFF2-40B4-BE49-F238E27FC236}">
                <a16:creationId xmlns:a16="http://schemas.microsoft.com/office/drawing/2014/main" id="{A94C550B-F7E2-4AD4-A4ED-EED4A2CB856A}"/>
              </a:ext>
            </a:extLst>
          </p:cNvPr>
          <p:cNvSpPr/>
          <p:nvPr/>
        </p:nvSpPr>
        <p:spPr>
          <a:xfrm>
            <a:off x="429261" y="599714"/>
            <a:ext cx="9784080" cy="457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9" name="object 4">
            <a:extLst>
              <a:ext uri="{FF2B5EF4-FFF2-40B4-BE49-F238E27FC236}">
                <a16:creationId xmlns:a16="http://schemas.microsoft.com/office/drawing/2014/main" id="{2CAB3FDE-D9B1-44A9-8757-B489A1BB8548}"/>
              </a:ext>
            </a:extLst>
          </p:cNvPr>
          <p:cNvSpPr txBox="1"/>
          <p:nvPr/>
        </p:nvSpPr>
        <p:spPr>
          <a:xfrm>
            <a:off x="455323" y="129023"/>
            <a:ext cx="5157686" cy="470691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 lvl="0" defTabSz="457200" eaLnBrk="1" fontAlgn="auto" hangingPunct="1">
              <a:lnSpc>
                <a:spcPts val="255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b="1" spc="-1" dirty="0">
                <a:solidFill>
                  <a:srgbClr val="004282"/>
                </a:solidFill>
                <a:latin typeface="Arial"/>
                <a:cs typeface="Arial"/>
              </a:rPr>
              <a:t>How to install Docker Compose</a:t>
            </a:r>
            <a:endParaRPr lang="en-IN"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D1898F73-542C-4B04-88F8-85BF30ABD17C}"/>
              </a:ext>
            </a:extLst>
          </p:cNvPr>
          <p:cNvSpPr txBox="1"/>
          <p:nvPr/>
        </p:nvSpPr>
        <p:spPr>
          <a:xfrm>
            <a:off x="455323" y="987101"/>
            <a:ext cx="11220861" cy="5741876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r>
              <a:rPr lang="en-IN" sz="2000" dirty="0">
                <a:solidFill>
                  <a:srgbClr val="000000"/>
                </a:solidFill>
                <a:cs typeface="Calibri" panose="020F0502020204030204" pitchFamily="34" charset="0"/>
              </a:rPr>
              <a:t>Yes, we need to install Docker compose separately this is not preinstalled service with Docker.</a:t>
            </a:r>
          </a:p>
          <a:p>
            <a:endParaRPr lang="en-IN" sz="2400" dirty="0">
              <a:solidFill>
                <a:srgbClr val="000000"/>
              </a:solidFill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r>
              <a:rPr lang="en-US" sz="2000" u="sng" dirty="0">
                <a:solidFill>
                  <a:srgbClr val="000000"/>
                </a:solidFill>
              </a:rPr>
              <a:t>Commands to install Docker Compose:</a:t>
            </a:r>
          </a:p>
          <a:p>
            <a:endParaRPr lang="en-US" sz="1600" u="sng" dirty="0">
              <a:solidFill>
                <a:srgbClr val="000000"/>
              </a:solidFill>
            </a:endParaRPr>
          </a:p>
          <a:p>
            <a:r>
              <a:rPr lang="pt-BR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~ sudo curl -L "https://github.com/docker/compose/releases/download/v2.11.2/docker-compose- </a:t>
            </a:r>
          </a:p>
          <a:p>
            <a:r>
              <a:rPr lang="pt-BR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$(uname -s)-$(uname -m)" -o /usr/local/bin/docker-compose</a:t>
            </a:r>
            <a:endParaRPr lang="en-US" sz="1200" i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 i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600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~ sudo chmod +x /usr/local/bin/docker-compose</a:t>
            </a:r>
          </a:p>
          <a:p>
            <a:endParaRPr lang="en-IN" sz="1600" i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~ docker-compose --version</a:t>
            </a:r>
          </a:p>
        </p:txBody>
      </p:sp>
    </p:spTree>
    <p:extLst>
      <p:ext uri="{BB962C8B-B14F-4D97-AF65-F5344CB8AC3E}">
        <p14:creationId xmlns:p14="http://schemas.microsoft.com/office/powerpoint/2010/main" val="3637038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429261" y="599714"/>
            <a:ext cx="9784080" cy="457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5323" y="129023"/>
            <a:ext cx="4383963" cy="470691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 lvl="0" defTabSz="457200" eaLnBrk="1" fontAlgn="auto" hangingPunct="1">
              <a:lnSpc>
                <a:spcPts val="255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IN" sz="2400" b="1" i="0" u="none" strike="noStrike" kern="1200" cap="none" spc="-1" normalizeH="0" baseline="0" noProof="0" dirty="0">
                <a:ln>
                  <a:noFill/>
                </a:ln>
                <a:solidFill>
                  <a:srgbClr val="004282"/>
                </a:solidFill>
                <a:effectLst/>
                <a:uLnTx/>
                <a:uFillTx/>
                <a:latin typeface="Arial"/>
                <a:cs typeface="Arial"/>
              </a:rPr>
              <a:t>Docker Compose Example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369E85-F4A9-4CE0-9FCC-FAC9A4C3D94F}"/>
              </a:ext>
            </a:extLst>
          </p:cNvPr>
          <p:cNvSpPr txBox="1"/>
          <p:nvPr/>
        </p:nvSpPr>
        <p:spPr>
          <a:xfrm>
            <a:off x="6654018" y="2767280"/>
            <a:ext cx="413446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~ sudo docker-compose up</a:t>
            </a:r>
          </a:p>
          <a:p>
            <a:r>
              <a:rPr lang="en-IN" sz="1600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~ sudo docker-compose down</a:t>
            </a:r>
          </a:p>
          <a:p>
            <a:r>
              <a:rPr lang="en-IN" sz="1600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~ sudo docker-compose ps</a:t>
            </a:r>
          </a:p>
          <a:p>
            <a:r>
              <a:rPr lang="en-IN" sz="1600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~ sudo docker-compose run db env</a:t>
            </a:r>
          </a:p>
          <a:p>
            <a:r>
              <a:rPr lang="en-IN" sz="1600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~ sudo docker-compose stop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DC19A8-1C9C-4282-B96A-4C2352FB5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23" y="857323"/>
            <a:ext cx="5479170" cy="574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011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429261" y="599714"/>
            <a:ext cx="9784080" cy="457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5323" y="129023"/>
            <a:ext cx="4383963" cy="470691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 lvl="0" defTabSz="457200" eaLnBrk="1" fontAlgn="auto" hangingPunct="1">
              <a:lnSpc>
                <a:spcPts val="255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IN" sz="2400" b="1" i="0" u="none" strike="noStrike" kern="1200" cap="none" spc="-1" normalizeH="0" baseline="0" noProof="0" dirty="0">
                <a:ln>
                  <a:noFill/>
                </a:ln>
                <a:solidFill>
                  <a:srgbClr val="004282"/>
                </a:solidFill>
                <a:effectLst/>
                <a:uLnTx/>
                <a:uFillTx/>
                <a:latin typeface="Arial"/>
                <a:cs typeface="Arial"/>
              </a:rPr>
              <a:t>Docker Compose Example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369E85-F4A9-4CE0-9FCC-FAC9A4C3D94F}"/>
              </a:ext>
            </a:extLst>
          </p:cNvPr>
          <p:cNvSpPr txBox="1"/>
          <p:nvPr/>
        </p:nvSpPr>
        <p:spPr>
          <a:xfrm>
            <a:off x="7602213" y="956236"/>
            <a:ext cx="40110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want to use existing network</a:t>
            </a:r>
          </a:p>
          <a:p>
            <a:r>
              <a:rPr lang="en-IN" sz="16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docker compose use external.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0D3F223-1D04-4A37-A1B4-2B7B9EABD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21" y="956236"/>
            <a:ext cx="6839361" cy="4132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790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95">
            <a:extLst>
              <a:ext uri="{FF2B5EF4-FFF2-40B4-BE49-F238E27FC236}">
                <a16:creationId xmlns:a16="http://schemas.microsoft.com/office/drawing/2014/main" id="{B54295EC-3B78-4A8A-B115-BD30905FC011}"/>
              </a:ext>
            </a:extLst>
          </p:cNvPr>
          <p:cNvSpPr/>
          <p:nvPr/>
        </p:nvSpPr>
        <p:spPr>
          <a:xfrm>
            <a:off x="821496" y="3669716"/>
            <a:ext cx="9784080" cy="457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object 15">
            <a:extLst>
              <a:ext uri="{FF2B5EF4-FFF2-40B4-BE49-F238E27FC236}">
                <a16:creationId xmlns:a16="http://schemas.microsoft.com/office/drawing/2014/main" id="{F910F1DE-8BA5-4C09-8947-96234306291C}"/>
              </a:ext>
            </a:extLst>
          </p:cNvPr>
          <p:cNvSpPr txBox="1"/>
          <p:nvPr/>
        </p:nvSpPr>
        <p:spPr>
          <a:xfrm>
            <a:off x="448847" y="156122"/>
            <a:ext cx="6092629" cy="47849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 lvl="0" defTabSz="457200" eaLnBrk="1" fontAlgn="auto" hangingPunct="1">
              <a:lnSpc>
                <a:spcPts val="2555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IN" sz="24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DEAA68-3306-4522-B3A7-C4099824E57A}"/>
              </a:ext>
            </a:extLst>
          </p:cNvPr>
          <p:cNvSpPr txBox="1"/>
          <p:nvPr/>
        </p:nvSpPr>
        <p:spPr>
          <a:xfrm>
            <a:off x="666752" y="3198167"/>
            <a:ext cx="19147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</a:rPr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32606817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373545"/>
      </a:dk2>
      <a:lt2>
        <a:srgbClr val="BCD0E0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6793CD"/>
      </a:accent6>
      <a:hlink>
        <a:srgbClr val="6B9F25"/>
      </a:hlink>
      <a:folHlink>
        <a:srgbClr val="9F6715"/>
      </a:folHlink>
    </a:clrScheme>
    <a:fontScheme name="Savon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913DB040-6816-4415-960D-8178C78575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60485A86D6E945B0DE8EE8506DAC62" ma:contentTypeVersion="12" ma:contentTypeDescription="Create a new document." ma:contentTypeScope="" ma:versionID="a3ba1d3c448962d8a7304c03e6365536">
  <xsd:schema xmlns:xsd="http://www.w3.org/2001/XMLSchema" xmlns:xs="http://www.w3.org/2001/XMLSchema" xmlns:p="http://schemas.microsoft.com/office/2006/metadata/properties" xmlns:ns3="8f762557-e92d-48c5-a1e9-2e1ae49911c9" xmlns:ns4="9618bf2c-f524-416d-9ddc-e9ab10641669" targetNamespace="http://schemas.microsoft.com/office/2006/metadata/properties" ma:root="true" ma:fieldsID="73f26707b70974e9febd0829e12fbdfc" ns3:_="" ns4:_="">
    <xsd:import namespace="8f762557-e92d-48c5-a1e9-2e1ae49911c9"/>
    <xsd:import namespace="9618bf2c-f524-416d-9ddc-e9ab1064166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762557-e92d-48c5-a1e9-2e1ae49911c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18bf2c-f524-416d-9ddc-e9ab1064166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2F91192-B026-43EB-8BFD-6B3E1D8ED4CE}">
  <ds:schemaRefs>
    <ds:schemaRef ds:uri="http://purl.org/dc/terms/"/>
    <ds:schemaRef ds:uri="8f762557-e92d-48c5-a1e9-2e1ae49911c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9618bf2c-f524-416d-9ddc-e9ab10641669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7EB8BB0-83E9-438D-BDDD-5648298095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762557-e92d-48c5-a1e9-2e1ae49911c9"/>
    <ds:schemaRef ds:uri="9618bf2c-f524-416d-9ddc-e9ab10641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75BD6EB-5C72-4651-A510-8915F70221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3584</TotalTime>
  <Words>166</Words>
  <Application>Microsoft Office PowerPoint</Application>
  <PresentationFormat>Widescreen</PresentationFormat>
  <Paragraphs>30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Aparajita</vt:lpstr>
      <vt:lpstr>Arial</vt:lpstr>
      <vt:lpstr>Calibri</vt:lpstr>
      <vt:lpstr>Century Gothic</vt:lpstr>
      <vt:lpstr>Courier New</vt:lpstr>
      <vt:lpstr>Savon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Angad Wagh</dc:creator>
  <cp:lastModifiedBy>Angad Wagh</cp:lastModifiedBy>
  <cp:revision>454</cp:revision>
  <dcterms:created xsi:type="dcterms:W3CDTF">2022-07-11T16:43:42Z</dcterms:created>
  <dcterms:modified xsi:type="dcterms:W3CDTF">2023-01-05T11:34:08Z</dcterms:modified>
</cp:coreProperties>
</file>